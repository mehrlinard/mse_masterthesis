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7"/>
  </p:notesMasterIdLst>
  <p:handoutMasterIdLst>
    <p:handoutMasterId r:id="rId8"/>
  </p:handoutMasterIdLst>
  <p:sldIdLst>
    <p:sldId id="468" r:id="rId5"/>
    <p:sldId id="449" r:id="rId6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09000"/>
      </a:lnSpc>
      <a:spcBef>
        <a:spcPts val="0"/>
      </a:spcBef>
      <a:buFont typeface="+mj-lt"/>
      <a:buNone/>
      <a:defRPr sz="2000" b="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98000" indent="-198000" algn="l" defTabSz="914400" rtl="0" eaLnBrk="1" latinLnBrk="0" hangingPunct="1">
      <a:lnSpc>
        <a:spcPct val="109000"/>
      </a:lnSpc>
      <a:spcBef>
        <a:spcPts val="0"/>
      </a:spcBef>
      <a:buFont typeface="Symbol" panose="05050102010706020507" pitchFamily="18" charset="2"/>
      <a:buChar char="-"/>
      <a:defRPr sz="20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96000" indent="-198000" algn="l" defTabSz="914400" rtl="0" eaLnBrk="1" latinLnBrk="0" hangingPunct="1">
      <a:lnSpc>
        <a:spcPct val="109000"/>
      </a:lnSpc>
      <a:spcBef>
        <a:spcPts val="0"/>
      </a:spcBef>
      <a:buFont typeface="Symbol" panose="05050102010706020507" pitchFamily="18" charset="2"/>
      <a:buChar char="-"/>
      <a:defRPr sz="20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94000" indent="-198000" algn="l" defTabSz="914400" rtl="0" eaLnBrk="1" latinLnBrk="0" hangingPunct="1">
      <a:lnSpc>
        <a:spcPct val="109000"/>
      </a:lnSpc>
      <a:spcBef>
        <a:spcPts val="0"/>
      </a:spcBef>
      <a:buFont typeface="Symbol" panose="05050102010706020507" pitchFamily="18" charset="2"/>
      <a:buChar char="-"/>
      <a:defRPr sz="20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92000" indent="-198000" algn="l" defTabSz="914400" rtl="0" eaLnBrk="1" latinLnBrk="0" hangingPunct="1">
      <a:lnSpc>
        <a:spcPct val="109000"/>
      </a:lnSpc>
      <a:spcBef>
        <a:spcPts val="0"/>
      </a:spcBef>
      <a:buFont typeface="Symbol" panose="05050102010706020507" pitchFamily="18" charset="2"/>
      <a:buChar char="-"/>
      <a:defRPr sz="20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D521D6-9C79-620E-06B1-471264AA044A}" name="Sequeira Rui, IT21.54" initials="RS" userId="S::rui.sequeira@swisspost.pt::cf490e0f-1392-4ff9-9761-8d394bac87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617"/>
    <a:srgbClr val="FFB499"/>
    <a:srgbClr val="FF1B73"/>
    <a:srgbClr val="C390FC"/>
    <a:srgbClr val="2761FF"/>
    <a:srgbClr val="6CEDB2"/>
    <a:srgbClr val="15FF9E"/>
    <a:srgbClr val="FFE6DD"/>
    <a:srgbClr val="FFB3D0"/>
    <a:srgbClr val="EBD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Pos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chemeClr val="dk1"/>
              </a:solidFill>
            </a:ln>
          </a:bottom>
          <a:insideH>
            <a:ln w="4233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accent5"/>
              </a:solidFill>
            </a:ln>
          </a:top>
          <a:bottom>
            <a:ln w="952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>
        <a:fontRef idx="major"/>
        <a:schemeClr val="dk1"/>
      </a:tcTxStyle>
      <a:tcStyle>
        <a:tcBdr>
          <a:top>
            <a:ln>
              <a:noFill/>
            </a:ln>
          </a:top>
          <a:bottom>
            <a:ln w="952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6" autoAdjust="0"/>
  </p:normalViewPr>
  <p:slideViewPr>
    <p:cSldViewPr showGuides="1">
      <p:cViewPr varScale="1">
        <p:scale>
          <a:sx n="159" d="100"/>
          <a:sy n="159" d="100"/>
        </p:scale>
        <p:origin x="1734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367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ccaro Roland, IT11.5" userId="5767c54a-2cd9-42b4-a9f2-da904eeb00e3" providerId="ADAL" clId="{0F639662-1B62-42FA-A54D-08769B74A73A}"/>
    <pc:docChg chg="undo custSel addSld delSld modSld">
      <pc:chgData name="Roccaro Roland, IT11.5" userId="5767c54a-2cd9-42b4-a9f2-da904eeb00e3" providerId="ADAL" clId="{0F639662-1B62-42FA-A54D-08769B74A73A}" dt="2026-07-16T12:37:13.872" v="21" actId="2"/>
      <pc:docMkLst>
        <pc:docMk/>
      </pc:docMkLst>
      <pc:sldChg chg="del">
        <pc:chgData name="Roccaro Roland, IT11.5" userId="5767c54a-2cd9-42b4-a9f2-da904eeb00e3" providerId="ADAL" clId="{0F639662-1B62-42FA-A54D-08769B74A73A}" dt="2026-07-16T12:32:43.778" v="4" actId="47"/>
        <pc:sldMkLst>
          <pc:docMk/>
          <pc:sldMk cId="1856863231" sldId="434"/>
        </pc:sldMkLst>
      </pc:sldChg>
      <pc:sldChg chg="modSp mod">
        <pc:chgData name="Roccaro Roland, IT11.5" userId="5767c54a-2cd9-42b4-a9f2-da904eeb00e3" providerId="ADAL" clId="{0F639662-1B62-42FA-A54D-08769B74A73A}" dt="2026-07-16T12:37:13.872" v="21" actId="2"/>
        <pc:sldMkLst>
          <pc:docMk/>
          <pc:sldMk cId="2363884894" sldId="449"/>
        </pc:sldMkLst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363884894" sldId="449"/>
            <ac:spMk id="2" creationId="{C50D9AE2-1D3B-AEDF-E46D-F226F9C4DCEB}"/>
          </ac:spMkLst>
        </pc:spChg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363884894" sldId="449"/>
            <ac:spMk id="4" creationId="{22BFA04B-8C8B-4110-24EC-6F0C72711B33}"/>
          </ac:spMkLst>
        </pc:spChg>
        <pc:spChg chg="mod">
          <ac:chgData name="Roccaro Roland, IT11.5" userId="5767c54a-2cd9-42b4-a9f2-da904eeb00e3" providerId="ADAL" clId="{0F639662-1B62-42FA-A54D-08769B74A73A}" dt="2026-07-16T12:37:05.213" v="18" actId="2"/>
          <ac:spMkLst>
            <pc:docMk/>
            <pc:sldMk cId="2363884894" sldId="449"/>
            <ac:spMk id="5" creationId="{31DEB7E5-7AEE-592E-76FF-907ED853F43A}"/>
          </ac:spMkLst>
        </pc:spChg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363884894" sldId="449"/>
            <ac:spMk id="6" creationId="{F971AB0D-D720-52C1-65D5-AEBCFFFB6067}"/>
          </ac:spMkLst>
        </pc:spChg>
        <pc:spChg chg="mod">
          <ac:chgData name="Roccaro Roland, IT11.5" userId="5767c54a-2cd9-42b4-a9f2-da904eeb00e3" providerId="ADAL" clId="{0F639662-1B62-42FA-A54D-08769B74A73A}" dt="2026-07-16T12:37:13.872" v="21" actId="2"/>
          <ac:spMkLst>
            <pc:docMk/>
            <pc:sldMk cId="2363884894" sldId="449"/>
            <ac:spMk id="9" creationId="{030C8B16-B463-8BA4-EC50-509AAF873A9F}"/>
          </ac:spMkLst>
        </pc:spChg>
      </pc:sldChg>
      <pc:sldChg chg="delSp del mod">
        <pc:chgData name="Roccaro Roland, IT11.5" userId="5767c54a-2cd9-42b4-a9f2-da904eeb00e3" providerId="ADAL" clId="{0F639662-1B62-42FA-A54D-08769B74A73A}" dt="2026-07-16T12:31:41.739" v="1" actId="2696"/>
        <pc:sldMkLst>
          <pc:docMk/>
          <pc:sldMk cId="1858268407" sldId="467"/>
        </pc:sldMkLst>
        <pc:picChg chg="del">
          <ac:chgData name="Roccaro Roland, IT11.5" userId="5767c54a-2cd9-42b4-a9f2-da904eeb00e3" providerId="ADAL" clId="{0F639662-1B62-42FA-A54D-08769B74A73A}" dt="2026-07-16T12:31:38.787" v="0" actId="478"/>
          <ac:picMkLst>
            <pc:docMk/>
            <pc:sldMk cId="1858268407" sldId="467"/>
            <ac:picMk id="7" creationId="{2CBDC241-A3A9-2CBA-D912-845C37BA6BEF}"/>
          </ac:picMkLst>
        </pc:picChg>
      </pc:sldChg>
      <pc:sldChg chg="modSp add del mod">
        <pc:chgData name="Roccaro Roland, IT11.5" userId="5767c54a-2cd9-42b4-a9f2-da904eeb00e3" providerId="ADAL" clId="{0F639662-1B62-42FA-A54D-08769B74A73A}" dt="2026-07-16T12:36:54.254" v="14" actId="2"/>
        <pc:sldMkLst>
          <pc:docMk/>
          <pc:sldMk cId="2642165014" sldId="468"/>
        </pc:sldMkLst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642165014" sldId="468"/>
            <ac:spMk id="2" creationId="{3C3B3593-E768-5526-1129-C6E404AA867E}"/>
          </ac:spMkLst>
        </pc:spChg>
        <pc:spChg chg="mod">
          <ac:chgData name="Roccaro Roland, IT11.5" userId="5767c54a-2cd9-42b4-a9f2-da904eeb00e3" providerId="ADAL" clId="{0F639662-1B62-42FA-A54D-08769B74A73A}" dt="2026-07-16T12:36:54.254" v="14" actId="2"/>
          <ac:spMkLst>
            <pc:docMk/>
            <pc:sldMk cId="2642165014" sldId="468"/>
            <ac:spMk id="3" creationId="{80DB3A6F-8431-A317-9D2A-F5DEB1227832}"/>
          </ac:spMkLst>
        </pc:spChg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642165014" sldId="468"/>
            <ac:spMk id="4" creationId="{C6BCF416-D69C-1B37-FDC7-FE3FAF0EE371}"/>
          </ac:spMkLst>
        </pc:spChg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642165014" sldId="468"/>
            <ac:spMk id="6" creationId="{17EA14E6-763A-67EE-A25D-13F63ACF1283}"/>
          </ac:spMkLst>
        </pc:spChg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642165014" sldId="468"/>
            <ac:spMk id="7" creationId="{D4734D14-88E4-0A06-CCB8-260A12EE919C}"/>
          </ac:spMkLst>
        </pc:spChg>
        <pc:spChg chg="mod">
          <ac:chgData name="Roccaro Roland, IT11.5" userId="5767c54a-2cd9-42b4-a9f2-da904eeb00e3" providerId="ADAL" clId="{0F639662-1B62-42FA-A54D-08769B74A73A}" dt="2026-07-16T12:36:19.597" v="12" actId="313"/>
          <ac:spMkLst>
            <pc:docMk/>
            <pc:sldMk cId="2642165014" sldId="468"/>
            <ac:spMk id="11" creationId="{0742693F-33F1-8D74-5DF5-E1ADDCD068DC}"/>
          </ac:spMkLst>
        </pc:spChg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642165014" sldId="468"/>
            <ac:spMk id="12" creationId="{61DB1550-D2AA-EF98-0A5F-C5F316F9FDB9}"/>
          </ac:spMkLst>
        </pc:spChg>
        <pc:spChg chg="mod">
          <ac:chgData name="Roccaro Roland, IT11.5" userId="5767c54a-2cd9-42b4-a9f2-da904eeb00e3" providerId="ADAL" clId="{0F639662-1B62-42FA-A54D-08769B74A73A}" dt="2026-07-16T12:36:14.424" v="11" actId="790"/>
          <ac:spMkLst>
            <pc:docMk/>
            <pc:sldMk cId="2642165014" sldId="468"/>
            <ac:spMk id="13" creationId="{AFE2FEED-B626-3A69-7285-29AB43553BA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16.07.2026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16.07.2026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0BB7F021-E5F4-2F56-478C-52E1D8DC6C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40000" anchor="t" anchorCtr="0"/>
          <a:lstStyle>
            <a:lvl1pPr algn="ctr">
              <a:defRPr sz="1200"/>
            </a:lvl1pPr>
          </a:lstStyle>
          <a:p>
            <a:r>
              <a:rPr lang="de-DE" dirty="0"/>
              <a:t>Bild durch «Drag &amp; Drop» in den Bildplatzhalter ziehen oder durch CTRL-V einfügen und in den Hintergrund stellen</a:t>
            </a:r>
            <a:endParaRPr lang="de-CH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5C614B6-CB07-2C6D-ADAE-19E959CDB0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800707"/>
            <a:ext cx="11372850" cy="5256000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bg1"/>
                </a:solidFill>
              </a:defRPr>
            </a:lvl1pPr>
            <a:lvl2pPr marL="0" indent="0" algn="l">
              <a:buNone/>
              <a:defRPr sz="120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  <a:p>
            <a:pPr lvl="1"/>
            <a:r>
              <a:rPr lang="de-CH" sz="1200" dirty="0"/>
              <a:t>Vorname Name</a:t>
            </a:r>
            <a:endParaRPr lang="de-CH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923AD1F0-078E-D857-2CD8-0A3095BA07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with image, le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0BB7F021-E5F4-2F56-478C-52E1D8DC6C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238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dirty="0"/>
              <a:t>Bild durch Klick auf Symbol einfügen und </a:t>
            </a:r>
            <a:br>
              <a:rPr lang="de-DE" dirty="0"/>
            </a:br>
            <a:r>
              <a:rPr lang="de-DE" dirty="0"/>
              <a:t>in den Hintergrund stellen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E61C92B4-45B3-D445-4B86-C07BA1E4EF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87985" y="620689"/>
            <a:ext cx="5794440" cy="5401296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tx1"/>
                </a:solidFill>
              </a:defRPr>
            </a:lvl1pPr>
            <a:lvl2pPr marL="0" indent="0" algn="l">
              <a:buNone/>
              <a:defRPr sz="12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  <a:p>
            <a:pPr lvl="1"/>
            <a:r>
              <a:rPr lang="de-CH" sz="1200" dirty="0"/>
              <a:t>Vorname Name</a:t>
            </a:r>
            <a:endParaRPr lang="de-CH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42BE40C0-357D-BFCD-240E-74B30B6342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46838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with image, righ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0BB7F021-E5F4-2F56-478C-52E1D8DC6C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7200" y="0"/>
            <a:ext cx="60948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 dirty="0"/>
              <a:t>Bild durch Klick auf Symbol einfügen und </a:t>
            </a:r>
            <a:br>
              <a:rPr lang="de-DE" dirty="0"/>
            </a:br>
            <a:r>
              <a:rPr lang="de-DE" dirty="0"/>
              <a:t>in den Hintergrund stellen</a:t>
            </a:r>
          </a:p>
          <a:p>
            <a:endParaRPr lang="de-CH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DE8F20CF-E1F7-4E58-9449-EB601F4DAB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7273" y="620689"/>
            <a:ext cx="5667528" cy="5401296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tx1"/>
                </a:solidFill>
              </a:defRPr>
            </a:lvl1pPr>
            <a:lvl2pPr marL="0" indent="0" algn="l">
              <a:buNone/>
              <a:defRPr sz="12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  <a:p>
            <a:pPr lvl="1"/>
            <a:r>
              <a:rPr lang="de-CH" sz="1200" dirty="0"/>
              <a:t>Vorname Name</a:t>
            </a:r>
            <a:endParaRPr lang="de-CH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B2023C02-A03D-C751-AF2E-8E8B8E21BD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634" y="550800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4399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, yello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18D8E8D8-418F-4D20-B810-AAC192BA18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872717"/>
            <a:ext cx="11372850" cy="5537186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4000"/>
              </a:spcAft>
              <a:buNone/>
              <a:defRPr sz="11200" b="1" spc="-180" baseline="0">
                <a:solidFill>
                  <a:schemeClr val="tx1"/>
                </a:solidFill>
              </a:defRPr>
            </a:lvl1pPr>
            <a:lvl2pPr marL="0" indent="0" algn="l">
              <a:buNone/>
              <a:defRPr sz="12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 hinzufügen</a:t>
            </a:r>
          </a:p>
          <a:p>
            <a:pPr lvl="1"/>
            <a:r>
              <a:rPr lang="de-CH" dirty="0"/>
              <a:t>Vorname Name</a:t>
            </a:r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993F7103-8790-C389-C484-E44B60421E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078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DE/FR/IT,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0BB7F021-E5F4-2F56-478C-52E1D8DC6C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40000" anchor="t" anchorCtr="0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Bild durch «Drag &amp; Drop» in den Bildplatzhalter ziehen oder durch CTRL-V einfügen und in den Hintergrund stellen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1D6A83CD-B9AE-09F4-1AFB-7DE3229C09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800707"/>
            <a:ext cx="11372850" cy="5256000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bg1"/>
                </a:solidFill>
              </a:defRPr>
            </a:lvl1pPr>
            <a:lvl2pPr marL="0" indent="0" algn="l">
              <a:buNone/>
              <a:defRPr sz="120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  <a:p>
            <a:pPr lvl="1"/>
            <a:r>
              <a:rPr lang="de-CH" sz="1200" dirty="0"/>
              <a:t>Vorname Name</a:t>
            </a:r>
            <a:endParaRPr lang="de-CH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3BA82ED0-456C-694F-8C8B-EFF835B949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9726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DE/FR/IT,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0BB7F021-E5F4-2F56-478C-52E1D8DC6C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40000" anchor="t" anchorCtr="0"/>
          <a:lstStyle>
            <a:lvl1pPr algn="ctr">
              <a:defRPr sz="1200"/>
            </a:lvl1pPr>
          </a:lstStyle>
          <a:p>
            <a:r>
              <a:rPr lang="de-DE" dirty="0"/>
              <a:t>Bild durch «Drag &amp; Drop» in den Bildplatzhalter ziehen oder durch CTRL-V einfügen und in den Hintergrund stellen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76400996-9972-06F4-394F-8DD3A35D62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800707"/>
            <a:ext cx="11372850" cy="5256000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bg1"/>
                </a:solidFill>
              </a:defRPr>
            </a:lvl1pPr>
            <a:lvl2pPr marL="0" indent="0" algn="l">
              <a:buNone/>
              <a:defRPr sz="120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  <a:p>
            <a:pPr lvl="1"/>
            <a:r>
              <a:rPr lang="de-CH" sz="1200" dirty="0"/>
              <a:t>Vorname Name</a:t>
            </a:r>
            <a:endParaRPr lang="de-CH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8AD456E-A5C6-71ED-7E81-38D27A031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1152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with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0BB7F021-E5F4-2F56-478C-52E1D8DC6C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587727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40000" anchor="t" anchorCtr="0"/>
          <a:lstStyle>
            <a:lvl1pPr algn="ctr">
              <a:defRPr sz="1200"/>
            </a:lvl1pPr>
          </a:lstStyle>
          <a:p>
            <a:r>
              <a:rPr lang="de-DE" dirty="0"/>
              <a:t>Bild durch «Drag &amp; Drop» in den Bildplatzhalter ziehen oder durch CTRL-V einfügen und in den Hintergrund stellen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0BE2C93-C68D-8E4D-F07F-23AB3459053C}"/>
              </a:ext>
            </a:extLst>
          </p:cNvPr>
          <p:cNvSpPr txBox="1"/>
          <p:nvPr userDrawn="1"/>
        </p:nvSpPr>
        <p:spPr>
          <a:xfrm>
            <a:off x="419741" y="6098671"/>
            <a:ext cx="205222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CH" sz="1200" spc="20" baseline="0" dirty="0"/>
              <a:t>In Zusammenarbeit mit:</a:t>
            </a:r>
          </a:p>
        </p:txBody>
      </p:sp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A8152BC7-B9EA-58BF-B3AC-84618DEEC7E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559673" y="6143379"/>
            <a:ext cx="1339200" cy="464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12" name="Inhaltsplatzhalter 4">
            <a:extLst>
              <a:ext uri="{FF2B5EF4-FFF2-40B4-BE49-F238E27FC236}">
                <a16:creationId xmlns:a16="http://schemas.microsoft.com/office/drawing/2014/main" id="{03814693-EF40-3865-82C0-20D86006AB4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01449" y="6143379"/>
            <a:ext cx="1339200" cy="464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13" name="Inhaltsplatzhalter 4">
            <a:extLst>
              <a:ext uri="{FF2B5EF4-FFF2-40B4-BE49-F238E27FC236}">
                <a16:creationId xmlns:a16="http://schemas.microsoft.com/office/drawing/2014/main" id="{FCC7A310-1221-FF65-1223-52827507B4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10443225" y="6143379"/>
            <a:ext cx="1339200" cy="464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14" name="Inhaltsplatzhalter 4">
            <a:extLst>
              <a:ext uri="{FF2B5EF4-FFF2-40B4-BE49-F238E27FC236}">
                <a16:creationId xmlns:a16="http://schemas.microsoft.com/office/drawing/2014/main" id="{0C2519C1-D8CA-3862-3DA9-FA5C2EC883E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17897" y="6143379"/>
            <a:ext cx="1339200" cy="464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A663B27A-0F3C-8E1E-69D2-40F5C49954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836712"/>
            <a:ext cx="11372850" cy="3960440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bg1"/>
                </a:solidFill>
              </a:defRPr>
            </a:lvl1pPr>
            <a:lvl2pPr marL="0" indent="0" algn="l">
              <a:buNone/>
              <a:defRPr sz="120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  <a:p>
            <a:pPr lvl="1"/>
            <a:r>
              <a:rPr lang="de-CH" sz="1200" dirty="0"/>
              <a:t>Vorname Name</a:t>
            </a:r>
            <a:endParaRPr lang="de-CH" dirty="0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943F77DC-B066-AFD6-A142-08B9287C37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425" y="4797152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62158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68" userDrawn="1">
          <p15:clr>
            <a:srgbClr val="A4A3A4"/>
          </p15:clr>
        </p15:guide>
        <p15:guide id="2" orient="horz" pos="4163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35547-C3BF-408E-BC62-60E3F563CAA7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FA878B97-AD65-BD0D-FF91-26D84C2AE7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1600" y="1976438"/>
            <a:ext cx="9872973" cy="3108746"/>
          </a:xfrm>
        </p:spPr>
        <p:txBody>
          <a:bodyPr numCol="2"/>
          <a:lstStyle>
            <a:lvl1pPr marL="514350" indent="-514350">
              <a:lnSpc>
                <a:spcPct val="119000"/>
              </a:lnSpc>
              <a:buAutoNum type="arabicPlain"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59277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4" userDrawn="1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title,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64DA6D-B280-4031-BF1A-FDB3BA7EAC84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DC0D5335-01F3-9ADE-D4B9-547C071C60F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371476"/>
            <a:ext cx="11372850" cy="5651288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bg1"/>
                </a:solidFill>
              </a:defRPr>
            </a:lvl1pPr>
            <a:lvl2pPr marL="0" indent="0" algn="l">
              <a:buNone/>
              <a:defRPr sz="120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</p:spTree>
    <p:extLst>
      <p:ext uri="{BB962C8B-B14F-4D97-AF65-F5344CB8AC3E}">
        <p14:creationId xmlns:p14="http://schemas.microsoft.com/office/powerpoint/2010/main" val="125745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title, gre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F74667-94A3-45C0-841A-BE1F0F9AE5E1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DABC2BFF-ADA0-4897-BF2A-FD29521084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371476"/>
            <a:ext cx="11372850" cy="5651288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tx1"/>
                </a:solidFill>
              </a:defRPr>
            </a:lvl1pPr>
            <a:lvl2pPr marL="0" indent="0" algn="l">
              <a:buNone/>
              <a:defRPr sz="12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</p:spTree>
    <p:extLst>
      <p:ext uri="{BB962C8B-B14F-4D97-AF65-F5344CB8AC3E}">
        <p14:creationId xmlns:p14="http://schemas.microsoft.com/office/powerpoint/2010/main" val="143579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title, yello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2575A8E-9013-4568-96A4-F9189B02FB85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7F3C4A92-E0B8-A868-EDBC-2F56ABA8B6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371476"/>
            <a:ext cx="11372850" cy="5651288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tx1"/>
                </a:solidFill>
              </a:defRPr>
            </a:lvl1pPr>
            <a:lvl2pPr marL="0" indent="0" algn="l">
              <a:buNone/>
              <a:defRPr sz="12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</p:spTree>
    <p:extLst>
      <p:ext uri="{BB962C8B-B14F-4D97-AF65-F5344CB8AC3E}">
        <p14:creationId xmlns:p14="http://schemas.microsoft.com/office/powerpoint/2010/main" val="253233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6C9BEAD-A010-C540-A216-91486EBC22E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40000" anchor="t" anchorCtr="0"/>
          <a:lstStyle>
            <a:lvl1pPr algn="ctr">
              <a:defRPr sz="1200"/>
            </a:lvl1pPr>
          </a:lstStyle>
          <a:p>
            <a:r>
              <a:rPr lang="de-DE" dirty="0"/>
              <a:t>Bild durch «Drag &amp; Drop» in den Bildplatzhalter ziehen oder durch CTRL-V einfügen und in den Hintergrund stellen</a:t>
            </a:r>
            <a:endParaRPr lang="de-CH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FFDC05-BF01-408D-9B31-4C689DDEE97F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3970A862-7B90-8C92-36BA-F4EC46EA92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575" y="371476"/>
            <a:ext cx="11372850" cy="5651288"/>
          </a:xfrm>
        </p:spPr>
        <p:txBody>
          <a:bodyPr anchor="ctr"/>
          <a:lstStyle>
            <a:lvl1pPr marL="0" indent="0" algn="l">
              <a:lnSpc>
                <a:spcPct val="83000"/>
              </a:lnSpc>
              <a:spcAft>
                <a:spcPts val="1800"/>
              </a:spcAft>
              <a:buNone/>
              <a:defRPr sz="8400" b="1" spc="-180" baseline="0">
                <a:solidFill>
                  <a:schemeClr val="tx1"/>
                </a:solidFill>
              </a:defRPr>
            </a:lvl1pPr>
            <a:lvl2pPr marL="0" indent="0" algn="l">
              <a:buNone/>
              <a:defRPr sz="12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CH" dirty="0"/>
              <a:t>Titel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</p:spTree>
    <p:extLst>
      <p:ext uri="{BB962C8B-B14F-4D97-AF65-F5344CB8AC3E}">
        <p14:creationId xmlns:p14="http://schemas.microsoft.com/office/powerpoint/2010/main" val="335931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E941-4E90-4350-837C-6542A8735100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,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1371600" y="1976437"/>
            <a:ext cx="10408380" cy="4430783"/>
          </a:xfrm>
        </p:spPr>
        <p:txBody>
          <a:bodyPr/>
          <a:lstStyle>
            <a:lvl1pPr>
              <a:lnSpc>
                <a:spcPct val="101000"/>
              </a:lnSpc>
              <a:defRPr sz="2800"/>
            </a:lvl1pPr>
            <a:lvl2pPr marL="288000" indent="-288000">
              <a:lnSpc>
                <a:spcPct val="101000"/>
              </a:lnSpc>
              <a:defRPr sz="2800"/>
            </a:lvl2pPr>
            <a:lvl3pPr marL="576000" indent="-288000">
              <a:lnSpc>
                <a:spcPct val="101000"/>
              </a:lnSpc>
              <a:defRPr sz="2800"/>
            </a:lvl3pPr>
            <a:lvl4pPr marL="864000" indent="-288000">
              <a:lnSpc>
                <a:spcPct val="101000"/>
              </a:lnSpc>
              <a:defRPr sz="2800"/>
            </a:lvl4pPr>
            <a:lvl5pPr marL="1152000" indent="-288000">
              <a:lnSpc>
                <a:spcPct val="101000"/>
              </a:lnSpc>
              <a:defRPr sz="28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353CA-1701-4531-90B4-6F3D653EB9D8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91064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4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12019" y="1976437"/>
            <a:ext cx="5472000" cy="443078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300001" y="1976437"/>
            <a:ext cx="5472000" cy="443078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2A22E-B59E-49F5-9A3F-65FEB66ABD5D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,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5600"/>
            </a:lvl1pPr>
          </a:lstStyle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1011" y="1976437"/>
            <a:ext cx="5472000" cy="4430783"/>
          </a:xfrm>
        </p:spPr>
        <p:txBody>
          <a:bodyPr/>
          <a:lstStyle>
            <a:lvl1pPr>
              <a:lnSpc>
                <a:spcPct val="101000"/>
              </a:lnSpc>
              <a:defRPr sz="2800"/>
            </a:lvl1pPr>
            <a:lvl2pPr marL="288000" indent="-288000">
              <a:lnSpc>
                <a:spcPct val="101000"/>
              </a:lnSpc>
              <a:defRPr sz="2800"/>
            </a:lvl2pPr>
            <a:lvl3pPr marL="576000" indent="-288000">
              <a:lnSpc>
                <a:spcPct val="101000"/>
              </a:lnSpc>
              <a:defRPr sz="2800"/>
            </a:lvl3pPr>
            <a:lvl4pPr marL="864000" indent="-288000">
              <a:lnSpc>
                <a:spcPct val="101000"/>
              </a:lnSpc>
              <a:defRPr sz="2800"/>
            </a:lvl4pPr>
            <a:lvl5pPr marL="1152000" indent="-288000">
              <a:lnSpc>
                <a:spcPct val="101000"/>
              </a:lnSpc>
              <a:defRPr sz="28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A85B6-9D30-47BE-B284-D95286D275E0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4E50EC7-59F1-CC2B-0EDB-3AA36AF1941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98989" y="1976437"/>
            <a:ext cx="5472000" cy="4430783"/>
          </a:xfrm>
        </p:spPr>
        <p:txBody>
          <a:bodyPr/>
          <a:lstStyle>
            <a:lvl1pPr>
              <a:lnSpc>
                <a:spcPct val="101000"/>
              </a:lnSpc>
              <a:defRPr sz="2800"/>
            </a:lvl1pPr>
            <a:lvl2pPr marL="288000" indent="-288000">
              <a:lnSpc>
                <a:spcPct val="101000"/>
              </a:lnSpc>
              <a:defRPr sz="2800"/>
            </a:lvl2pPr>
            <a:lvl3pPr marL="576000" indent="-288000">
              <a:lnSpc>
                <a:spcPct val="101000"/>
              </a:lnSpc>
              <a:defRPr sz="2800"/>
            </a:lvl3pPr>
            <a:lvl4pPr marL="864000" indent="-288000">
              <a:lnSpc>
                <a:spcPct val="101000"/>
              </a:lnSpc>
              <a:defRPr sz="2800"/>
            </a:lvl4pPr>
            <a:lvl5pPr marL="1152000" indent="-288000">
              <a:lnSpc>
                <a:spcPct val="101000"/>
              </a:lnSpc>
              <a:defRPr sz="2800"/>
            </a:lvl5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32506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12018" y="1976437"/>
            <a:ext cx="3643200" cy="4430782"/>
          </a:xfrm>
        </p:spPr>
        <p:txBody>
          <a:bodyPr/>
          <a:lstStyle>
            <a:lvl1pPr>
              <a:lnSpc>
                <a:spcPct val="115000"/>
              </a:lnSpc>
              <a:defRPr sz="1600"/>
            </a:lvl1pPr>
            <a:lvl2pPr>
              <a:lnSpc>
                <a:spcPct val="115000"/>
              </a:lnSpc>
              <a:defRPr sz="1600"/>
            </a:lvl2pPr>
            <a:lvl3pPr>
              <a:lnSpc>
                <a:spcPct val="115000"/>
              </a:lnSpc>
              <a:defRPr sz="1600"/>
            </a:lvl3pPr>
            <a:lvl4pPr>
              <a:lnSpc>
                <a:spcPct val="115000"/>
              </a:lnSpc>
              <a:defRPr sz="1600"/>
            </a:lvl4pPr>
            <a:lvl5pPr>
              <a:lnSpc>
                <a:spcPct val="115000"/>
              </a:lnSpc>
              <a:defRPr sz="160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274400" y="1976437"/>
            <a:ext cx="3643200" cy="4430782"/>
          </a:xfrm>
        </p:spPr>
        <p:txBody>
          <a:bodyPr/>
          <a:lstStyle>
            <a:lvl1pPr>
              <a:lnSpc>
                <a:spcPct val="115000"/>
              </a:lnSpc>
              <a:defRPr sz="1600" b="0"/>
            </a:lvl1pPr>
            <a:lvl2pPr>
              <a:lnSpc>
                <a:spcPct val="115000"/>
              </a:lnSpc>
              <a:defRPr sz="1600"/>
            </a:lvl2pPr>
            <a:lvl3pPr>
              <a:lnSpc>
                <a:spcPct val="115000"/>
              </a:lnSpc>
              <a:defRPr sz="1600"/>
            </a:lvl3pPr>
            <a:lvl4pPr>
              <a:lnSpc>
                <a:spcPct val="115000"/>
              </a:lnSpc>
              <a:defRPr sz="1600"/>
            </a:lvl4pPr>
            <a:lvl5pPr>
              <a:lnSpc>
                <a:spcPct val="115000"/>
              </a:lnSpc>
              <a:defRPr sz="160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34058-DCB0-42C6-BD33-D8DCD1C049D0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3AF96927-DD66-0237-690A-702D33F9FE4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2962" y="1976437"/>
            <a:ext cx="3643200" cy="4430782"/>
          </a:xfrm>
        </p:spPr>
        <p:txBody>
          <a:bodyPr/>
          <a:lstStyle>
            <a:lvl1pPr>
              <a:lnSpc>
                <a:spcPct val="115000"/>
              </a:lnSpc>
              <a:defRPr sz="1600" b="0"/>
            </a:lvl1pPr>
            <a:lvl2pPr>
              <a:lnSpc>
                <a:spcPct val="115000"/>
              </a:lnSpc>
              <a:defRPr sz="1600"/>
            </a:lvl2pPr>
            <a:lvl3pPr>
              <a:lnSpc>
                <a:spcPct val="115000"/>
              </a:lnSpc>
              <a:defRPr sz="1600"/>
            </a:lvl3pPr>
            <a:lvl4pPr>
              <a:lnSpc>
                <a:spcPct val="115000"/>
              </a:lnSpc>
              <a:defRPr sz="1600"/>
            </a:lvl4pPr>
            <a:lvl5pPr>
              <a:lnSpc>
                <a:spcPct val="115000"/>
              </a:lnSpc>
              <a:defRPr sz="160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968183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07CAD-4D4A-40D0-AA03-AD54923D2213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9028FB9-1CAF-2126-62B4-0E68F3AC4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11370406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CBB24-57F0-4110-9C8F-E3E612F9A25F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6303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12019" y="3396342"/>
            <a:ext cx="5202000" cy="30139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96000" y="3396342"/>
            <a:ext cx="5202000" cy="301087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690D6-89FE-4017-9F46-16F014887C9F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BD37A6CB-82A1-6366-F36E-31FD74387E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04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5A7BB91D-1BB9-2DA2-3FB8-1E6F50BFE3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304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1050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>
            <a:extLst>
              <a:ext uri="{FF2B5EF4-FFF2-40B4-BE49-F238E27FC236}">
                <a16:creationId xmlns:a16="http://schemas.microsoft.com/office/drawing/2014/main" id="{D410D9A0-3762-387F-87BD-AA829C61D9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40000" anchor="ctr" anchorCtr="0"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4680000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9574" y="1976437"/>
            <a:ext cx="4680000" cy="44307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Inhalt hinzufügen</a:t>
            </a:r>
          </a:p>
          <a:p>
            <a:pPr lvl="1"/>
            <a:r>
              <a:rPr lang="de-DE" dirty="0"/>
              <a:t>Zweite </a:t>
            </a:r>
            <a:r>
              <a:rPr lang="de-CH" noProof="0" dirty="0"/>
              <a:t>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7E941-4E90-4350-837C-6542A8735100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25902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B7EC263D-EC6B-8375-4025-532D38E391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76000" y="0"/>
            <a:ext cx="5616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5580000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12019" y="1976437"/>
            <a:ext cx="5580000" cy="443078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B883-6189-44BA-82F4-EF00F0A625FC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01278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,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B7EC263D-EC6B-8375-4025-532D38E391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44000" y="0"/>
            <a:ext cx="6948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4057200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12019" y="1976437"/>
            <a:ext cx="4057200" cy="443078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8F849-93A5-4E81-AB42-20C767288A4A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588230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, yellow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F80CC-2016-445F-880F-D73B613A6660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B7EC263D-EC6B-8375-4025-532D38E391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4000" y="0"/>
            <a:ext cx="5238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8" y="371475"/>
            <a:ext cx="5805902" cy="2229433"/>
          </a:xfrm>
        </p:spPr>
        <p:txBody>
          <a:bodyPr/>
          <a:lstStyle>
            <a:lvl1pPr>
              <a:lnSpc>
                <a:spcPct val="83000"/>
              </a:lnSpc>
              <a:defRPr sz="5600"/>
            </a:lvl1pPr>
          </a:lstStyle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9A50BCC-52EB-DB0B-8413-F43F9DDB3A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634" y="550800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582348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and image, large, yellow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D1FF-FF5D-4D70-9FC0-2B63D6801423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B7EC263D-EC6B-8375-4025-532D38E391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44000" y="0"/>
            <a:ext cx="6948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4243820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12018" y="1976437"/>
            <a:ext cx="4243821" cy="390083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74" y="6556119"/>
            <a:ext cx="4447887" cy="14810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6E01AC7A-8877-4ED5-A809-7600DA7CA6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0634" y="550800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64135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,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Bild durch Klick auf Symbol einfügen und </a:t>
            </a:r>
            <a:br>
              <a:rPr lang="de-DE" dirty="0"/>
            </a:br>
            <a:r>
              <a:rPr lang="de-DE" dirty="0"/>
              <a:t>in den Hintergrund stellen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3BA32E-03DC-427D-BC59-F48EB42196F9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6029DBCC-5BE1-0014-B46D-FC7A7701B1E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62800" y="1976438"/>
            <a:ext cx="4860236" cy="4433887"/>
          </a:xfrm>
        </p:spPr>
        <p:txBody>
          <a:bodyPr anchor="t"/>
          <a:lstStyle>
            <a:lvl1pPr algn="l">
              <a:lnSpc>
                <a:spcPct val="101000"/>
              </a:lnSpc>
              <a:spcAft>
                <a:spcPts val="1800"/>
              </a:spcAft>
              <a:defRPr sz="2800" b="0" i="1">
                <a:solidFill>
                  <a:schemeClr val="bg1"/>
                </a:solidFill>
              </a:defRPr>
            </a:lvl1pPr>
            <a:lvl2pPr marL="0" indent="0" algn="l">
              <a:lnSpc>
                <a:spcPct val="101000"/>
              </a:lnSpc>
              <a:buFontTx/>
              <a:buNone/>
              <a:defRPr sz="1200" i="0">
                <a:solidFill>
                  <a:schemeClr val="bg1"/>
                </a:solidFill>
              </a:defRPr>
            </a:lvl2pPr>
            <a:lvl3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3pPr>
            <a:lvl4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4pPr>
            <a:lvl5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e-CH" noProof="0" dirty="0"/>
              <a:t>«Zitat hinzufügen»</a:t>
            </a:r>
          </a:p>
          <a:p>
            <a:pPr lvl="1"/>
            <a:r>
              <a:rPr lang="de-CH" noProof="0" dirty="0"/>
              <a:t>Vorname Name</a:t>
            </a:r>
          </a:p>
        </p:txBody>
      </p:sp>
    </p:spTree>
    <p:extLst>
      <p:ext uri="{BB962C8B-B14F-4D97-AF65-F5344CB8AC3E}">
        <p14:creationId xmlns:p14="http://schemas.microsoft.com/office/powerpoint/2010/main" val="16949553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,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 dirty="0"/>
              <a:t>Bild durch Klick auf Symbol einfügen und </a:t>
            </a:r>
            <a:br>
              <a:rPr lang="de-DE" dirty="0"/>
            </a:br>
            <a:r>
              <a:rPr lang="de-DE" dirty="0"/>
              <a:t>in den Hintergrund stellen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BBBD526-76F0-4A22-A09E-96D3504B6BC5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F984793C-95B8-CDE1-0D12-2887F3347F9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922189" y="1976437"/>
            <a:ext cx="4860236" cy="4433887"/>
          </a:xfrm>
        </p:spPr>
        <p:txBody>
          <a:bodyPr anchor="t"/>
          <a:lstStyle>
            <a:lvl1pPr algn="l">
              <a:lnSpc>
                <a:spcPct val="101000"/>
              </a:lnSpc>
              <a:spcAft>
                <a:spcPts val="1800"/>
              </a:spcAft>
              <a:defRPr sz="2800" b="0" i="1">
                <a:solidFill>
                  <a:schemeClr val="tx1"/>
                </a:solidFill>
              </a:defRPr>
            </a:lvl1pPr>
            <a:lvl2pPr marL="0" indent="0" algn="l">
              <a:lnSpc>
                <a:spcPct val="101000"/>
              </a:lnSpc>
              <a:buFontTx/>
              <a:buNone/>
              <a:defRPr sz="1200" i="0">
                <a:solidFill>
                  <a:schemeClr val="tx1"/>
                </a:solidFill>
              </a:defRPr>
            </a:lvl2pPr>
            <a:lvl3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3pPr>
            <a:lvl4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4pPr>
            <a:lvl5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e-CH" noProof="0" dirty="0"/>
              <a:t>«Zitat hinzufügen»</a:t>
            </a:r>
          </a:p>
          <a:p>
            <a:pPr lvl="1"/>
            <a:r>
              <a:rPr lang="de-CH" noProof="0" dirty="0"/>
              <a:t>Vorname Name</a:t>
            </a:r>
          </a:p>
        </p:txBody>
      </p:sp>
    </p:spTree>
    <p:extLst>
      <p:ext uri="{BB962C8B-B14F-4D97-AF65-F5344CB8AC3E}">
        <p14:creationId xmlns:p14="http://schemas.microsoft.com/office/powerpoint/2010/main" val="825059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, left,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7200" y="0"/>
            <a:ext cx="60948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9E824-C804-4C3B-9AFB-A5053719C3BB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1418F4BC-4C74-54CA-A134-CA009C48C1D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9575" y="1976438"/>
            <a:ext cx="4860236" cy="4430002"/>
          </a:xfrm>
        </p:spPr>
        <p:txBody>
          <a:bodyPr anchor="t"/>
          <a:lstStyle>
            <a:lvl1pPr algn="l">
              <a:lnSpc>
                <a:spcPct val="101000"/>
              </a:lnSpc>
              <a:spcAft>
                <a:spcPts val="1800"/>
              </a:spcAft>
              <a:defRPr sz="2800" b="0" i="1">
                <a:solidFill>
                  <a:schemeClr val="bg1"/>
                </a:solidFill>
              </a:defRPr>
            </a:lvl1pPr>
            <a:lvl2pPr marL="0" indent="0" algn="l">
              <a:lnSpc>
                <a:spcPct val="101000"/>
              </a:lnSpc>
              <a:buFontTx/>
              <a:buNone/>
              <a:defRPr sz="1200" i="0">
                <a:solidFill>
                  <a:schemeClr val="bg1"/>
                </a:solidFill>
              </a:defRPr>
            </a:lvl2pPr>
            <a:lvl3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3pPr>
            <a:lvl4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4pPr>
            <a:lvl5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e-CH" noProof="0" dirty="0"/>
              <a:t>«Zitat hinzufügen»</a:t>
            </a:r>
          </a:p>
          <a:p>
            <a:pPr lvl="1"/>
            <a:r>
              <a:rPr lang="de-CH" noProof="0" dirty="0"/>
              <a:t>Vorname Name</a:t>
            </a:r>
          </a:p>
        </p:txBody>
      </p:sp>
    </p:spTree>
    <p:extLst>
      <p:ext uri="{BB962C8B-B14F-4D97-AF65-F5344CB8AC3E}">
        <p14:creationId xmlns:p14="http://schemas.microsoft.com/office/powerpoint/2010/main" val="12067690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, left, yello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024D5AC-18B7-42A0-8763-5161D9B6B29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7200" y="0"/>
            <a:ext cx="60948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F594C9-E004-44EF-B240-0E71EE15BFBC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Inhaltsplatzhalter 3">
            <a:extLst>
              <a:ext uri="{FF2B5EF4-FFF2-40B4-BE49-F238E27FC236}">
                <a16:creationId xmlns:a16="http://schemas.microsoft.com/office/drawing/2014/main" id="{CD9112FF-AA51-EADB-E8D3-FBA1D3CF2F5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9575" y="1976438"/>
            <a:ext cx="4860236" cy="4430002"/>
          </a:xfrm>
        </p:spPr>
        <p:txBody>
          <a:bodyPr anchor="t"/>
          <a:lstStyle>
            <a:lvl1pPr algn="l">
              <a:lnSpc>
                <a:spcPct val="101000"/>
              </a:lnSpc>
              <a:spcAft>
                <a:spcPts val="1800"/>
              </a:spcAft>
              <a:defRPr sz="2800" b="0" i="1">
                <a:solidFill>
                  <a:schemeClr val="tx1"/>
                </a:solidFill>
              </a:defRPr>
            </a:lvl1pPr>
            <a:lvl2pPr marL="0" indent="0" algn="l">
              <a:lnSpc>
                <a:spcPct val="101000"/>
              </a:lnSpc>
              <a:buFontTx/>
              <a:buNone/>
              <a:defRPr sz="1200" i="0">
                <a:solidFill>
                  <a:schemeClr val="tx1"/>
                </a:solidFill>
              </a:defRPr>
            </a:lvl2pPr>
            <a:lvl3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3pPr>
            <a:lvl4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4pPr>
            <a:lvl5pPr algn="l">
              <a:lnSpc>
                <a:spcPct val="101000"/>
              </a:lnSpc>
              <a:defRPr sz="28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de-CH" noProof="0" dirty="0"/>
              <a:t>«Zitat hinzufügen»</a:t>
            </a:r>
          </a:p>
          <a:p>
            <a:pPr lvl="1"/>
            <a:r>
              <a:rPr lang="de-CH" noProof="0" dirty="0"/>
              <a:t>Vorname Name</a:t>
            </a:r>
          </a:p>
        </p:txBody>
      </p:sp>
    </p:spTree>
    <p:extLst>
      <p:ext uri="{BB962C8B-B14F-4D97-AF65-F5344CB8AC3E}">
        <p14:creationId xmlns:p14="http://schemas.microsoft.com/office/powerpoint/2010/main" val="18237604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11E4D078-5AAB-4B78-A536-1E5E758116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7195" y="1976438"/>
            <a:ext cx="4159461" cy="1283394"/>
          </a:xfrm>
        </p:spPr>
        <p:txBody>
          <a:bodyPr anchor="t"/>
          <a:lstStyle>
            <a:lvl1pPr algn="l">
              <a:lnSpc>
                <a:spcPct val="83000"/>
              </a:lnSpc>
              <a:defRPr sz="11200" spc="-180" baseline="0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0000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60E54C-0628-4667-9922-B817B0DF71E8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A1BB34-CAC2-B749-245B-FE40C8F074D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50180" y="2052639"/>
            <a:ext cx="5598348" cy="306855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127573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, large,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11E4D078-5AAB-4B78-A536-1E5E758116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7195" y="1928813"/>
            <a:ext cx="6686917" cy="2640694"/>
          </a:xfrm>
        </p:spPr>
        <p:txBody>
          <a:bodyPr anchor="t"/>
          <a:lstStyle>
            <a:lvl1pPr algn="l">
              <a:lnSpc>
                <a:spcPct val="83000"/>
              </a:lnSpc>
              <a:defRPr sz="22400" spc="-180" baseline="0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0000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3F813B-77CC-47B6-9CD5-B088D8ECFEBA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4A1BB34-CAC2-B749-245B-FE40C8F074D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35375" y="1989410"/>
            <a:ext cx="3817209" cy="34198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84942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artn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11370406" cy="822098"/>
          </a:xfrm>
        </p:spPr>
        <p:txBody>
          <a:bodyPr anchor="t"/>
          <a:lstStyle/>
          <a:p>
            <a:r>
              <a:rPr lang="de-CH" dirty="0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994A5-5EB1-40C1-B8F1-97E594C3AF15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2434EA80-B06A-1BFD-6E77-EDF7B772DA1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07196" y="2054225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3265BBEB-3FAC-3805-8888-D6B03A3FF81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4817" y="2054225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18" name="Inhaltsplatzhalter 7">
            <a:extLst>
              <a:ext uri="{FF2B5EF4-FFF2-40B4-BE49-F238E27FC236}">
                <a16:creationId xmlns:a16="http://schemas.microsoft.com/office/drawing/2014/main" id="{FF456F7A-6AB7-B641-89B4-F65742515E7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102438" y="2054225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19" name="Inhaltsplatzhalter 7">
            <a:extLst>
              <a:ext uri="{FF2B5EF4-FFF2-40B4-BE49-F238E27FC236}">
                <a16:creationId xmlns:a16="http://schemas.microsoft.com/office/drawing/2014/main" id="{5C7FDEF6-24C8-B2F0-C4CC-3B97E2001AB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09575" y="2054225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28" name="Inhaltsplatzhalter 7">
            <a:extLst>
              <a:ext uri="{FF2B5EF4-FFF2-40B4-BE49-F238E27FC236}">
                <a16:creationId xmlns:a16="http://schemas.microsoft.com/office/drawing/2014/main" id="{E82A8977-1881-CD98-DE81-46DF1B23E64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07196" y="3400253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29" name="Inhaltsplatzhalter 7">
            <a:extLst>
              <a:ext uri="{FF2B5EF4-FFF2-40B4-BE49-F238E27FC236}">
                <a16:creationId xmlns:a16="http://schemas.microsoft.com/office/drawing/2014/main" id="{EC550B11-169F-202A-CD24-FEA4170BBB61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204817" y="3400253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30" name="Inhaltsplatzhalter 7">
            <a:extLst>
              <a:ext uri="{FF2B5EF4-FFF2-40B4-BE49-F238E27FC236}">
                <a16:creationId xmlns:a16="http://schemas.microsoft.com/office/drawing/2014/main" id="{2BD5F25A-D5D5-54DE-0B51-CA2AD878E86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9102438" y="3400253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  <p:sp>
        <p:nvSpPr>
          <p:cNvPr id="31" name="Inhaltsplatzhalter 7">
            <a:extLst>
              <a:ext uri="{FF2B5EF4-FFF2-40B4-BE49-F238E27FC236}">
                <a16:creationId xmlns:a16="http://schemas.microsoft.com/office/drawing/2014/main" id="{79A1D666-48E6-EBFF-2A56-3659D7E1A82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09575" y="3400253"/>
            <a:ext cx="2678400" cy="1130400"/>
          </a:xfrm>
        </p:spPr>
        <p:txBody>
          <a:bodyPr anchor="ctr"/>
          <a:lstStyle>
            <a:lvl1pPr algn="ctr">
              <a:defRPr sz="1200"/>
            </a:lvl1pPr>
          </a:lstStyle>
          <a:p>
            <a:pPr lvl="0"/>
            <a:r>
              <a:rPr lang="de-DE" dirty="0"/>
              <a:t>Bild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986074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5C1CE07-A57D-0813-75AC-4F7178F4AD8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635696" y="1589745"/>
            <a:ext cx="3016800" cy="3016800"/>
          </a:xfrm>
          <a:custGeom>
            <a:avLst/>
            <a:gdLst>
              <a:gd name="connsiteX0" fmla="*/ 1508400 w 3016800"/>
              <a:gd name="connsiteY0" fmla="*/ 0 h 3016800"/>
              <a:gd name="connsiteX1" fmla="*/ 3016800 w 3016800"/>
              <a:gd name="connsiteY1" fmla="*/ 1508400 h 3016800"/>
              <a:gd name="connsiteX2" fmla="*/ 1508400 w 3016800"/>
              <a:gd name="connsiteY2" fmla="*/ 3016800 h 3016800"/>
              <a:gd name="connsiteX3" fmla="*/ 0 w 3016800"/>
              <a:gd name="connsiteY3" fmla="*/ 1508400 h 3016800"/>
              <a:gd name="connsiteX4" fmla="*/ 1508400 w 3016800"/>
              <a:gd name="connsiteY4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800" h="3016800">
                <a:moveTo>
                  <a:pt x="1508400" y="0"/>
                </a:moveTo>
                <a:cubicBezTo>
                  <a:pt x="2341466" y="0"/>
                  <a:pt x="3016800" y="675334"/>
                  <a:pt x="3016800" y="1508400"/>
                </a:cubicBezTo>
                <a:cubicBezTo>
                  <a:pt x="3016800" y="2341466"/>
                  <a:pt x="2341466" y="3016800"/>
                  <a:pt x="1508400" y="3016800"/>
                </a:cubicBezTo>
                <a:cubicBezTo>
                  <a:pt x="675334" y="3016800"/>
                  <a:pt x="0" y="2341466"/>
                  <a:pt x="0" y="1508400"/>
                </a:cubicBezTo>
                <a:cubicBezTo>
                  <a:pt x="0" y="675334"/>
                  <a:pt x="675334" y="0"/>
                  <a:pt x="1508400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tIns="720000" anchor="ctr">
            <a:no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5580000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5226050" y="1976437"/>
            <a:ext cx="5040000" cy="2568687"/>
          </a:xfrm>
        </p:spPr>
        <p:txBody>
          <a:bodyPr/>
          <a:lstStyle>
            <a:lvl1pPr>
              <a:lnSpc>
                <a:spcPct val="112000"/>
              </a:lnSpc>
              <a:tabLst>
                <a:tab pos="361950" algn="l"/>
              </a:tabLst>
              <a:defRPr/>
            </a:lvl1pPr>
            <a:lvl2pPr>
              <a:lnSpc>
                <a:spcPct val="112000"/>
              </a:lnSpc>
              <a:tabLst>
                <a:tab pos="361950" algn="l"/>
              </a:tabLst>
              <a:defRPr/>
            </a:lvl2pPr>
            <a:lvl3pPr>
              <a:lnSpc>
                <a:spcPct val="112000"/>
              </a:lnSpc>
              <a:tabLst>
                <a:tab pos="361950" algn="l"/>
              </a:tabLst>
              <a:defRPr/>
            </a:lvl3pPr>
            <a:lvl4pPr>
              <a:lnSpc>
                <a:spcPct val="112000"/>
              </a:lnSpc>
              <a:tabLst>
                <a:tab pos="361950" algn="l"/>
              </a:tabLst>
              <a:defRPr/>
            </a:lvl4pPr>
            <a:lvl5pPr>
              <a:lnSpc>
                <a:spcPct val="112000"/>
              </a:lnSpc>
              <a:tabLst>
                <a:tab pos="361950" algn="l"/>
              </a:tabLst>
              <a:defRPr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31B4-6AF8-4249-86E3-79D37C04D0F1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33DFD27-7EB9-BC39-5EE0-A172ED2AA6A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226050" y="5229224"/>
            <a:ext cx="5040000" cy="857251"/>
          </a:xfrm>
        </p:spPr>
        <p:txBody>
          <a:bodyPr anchor="b"/>
          <a:lstStyle>
            <a:lvl1pPr>
              <a:lnSpc>
                <a:spcPct val="111000"/>
              </a:lnSpc>
              <a:defRPr sz="1200"/>
            </a:lvl1pPr>
            <a:lvl2pPr>
              <a:lnSpc>
                <a:spcPct val="111000"/>
              </a:lnSpc>
              <a:defRPr sz="1200"/>
            </a:lvl2pPr>
            <a:lvl3pPr>
              <a:lnSpc>
                <a:spcPct val="111000"/>
              </a:lnSpc>
              <a:defRPr sz="1200"/>
            </a:lvl3pPr>
            <a:lvl4pPr>
              <a:lnSpc>
                <a:spcPct val="111000"/>
              </a:lnSpc>
              <a:defRPr sz="1200"/>
            </a:lvl4pPr>
            <a:lvl5pPr>
              <a:lnSpc>
                <a:spcPct val="111000"/>
              </a:lnSpc>
              <a:defRPr sz="1200"/>
            </a:lvl5pPr>
          </a:lstStyle>
          <a:p>
            <a:pPr lvl="0"/>
            <a:r>
              <a:rPr lang="de-CH" noProof="0" dirty="0"/>
              <a:t>Die Schweizerische Post AG</a:t>
            </a:r>
          </a:p>
        </p:txBody>
      </p:sp>
    </p:spTree>
    <p:extLst>
      <p:ext uri="{BB962C8B-B14F-4D97-AF65-F5344CB8AC3E}">
        <p14:creationId xmlns:p14="http://schemas.microsoft.com/office/powerpoint/2010/main" val="12132763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5C1CE07-A57D-0813-75AC-4F7178F4AD8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373500" y="1594163"/>
            <a:ext cx="1810800" cy="1810800"/>
          </a:xfrm>
          <a:custGeom>
            <a:avLst/>
            <a:gdLst>
              <a:gd name="connsiteX0" fmla="*/ 1508400 w 3016800"/>
              <a:gd name="connsiteY0" fmla="*/ 0 h 3016800"/>
              <a:gd name="connsiteX1" fmla="*/ 3016800 w 3016800"/>
              <a:gd name="connsiteY1" fmla="*/ 1508400 h 3016800"/>
              <a:gd name="connsiteX2" fmla="*/ 1508400 w 3016800"/>
              <a:gd name="connsiteY2" fmla="*/ 3016800 h 3016800"/>
              <a:gd name="connsiteX3" fmla="*/ 0 w 3016800"/>
              <a:gd name="connsiteY3" fmla="*/ 1508400 h 3016800"/>
              <a:gd name="connsiteX4" fmla="*/ 1508400 w 3016800"/>
              <a:gd name="connsiteY4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800" h="3016800">
                <a:moveTo>
                  <a:pt x="1508400" y="0"/>
                </a:moveTo>
                <a:cubicBezTo>
                  <a:pt x="2341466" y="0"/>
                  <a:pt x="3016800" y="675334"/>
                  <a:pt x="3016800" y="1508400"/>
                </a:cubicBezTo>
                <a:cubicBezTo>
                  <a:pt x="3016800" y="2341466"/>
                  <a:pt x="2341466" y="3016800"/>
                  <a:pt x="1508400" y="3016800"/>
                </a:cubicBezTo>
                <a:cubicBezTo>
                  <a:pt x="675334" y="3016800"/>
                  <a:pt x="0" y="2341466"/>
                  <a:pt x="0" y="1508400"/>
                </a:cubicBezTo>
                <a:cubicBezTo>
                  <a:pt x="0" y="675334"/>
                  <a:pt x="675334" y="0"/>
                  <a:pt x="1508400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tIns="720000" anchor="ctr">
            <a:no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5580000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BA19F-7DB8-4CC2-84DF-2DA0CDFE2A1C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133DFD27-7EB9-BC39-5EE0-A172ED2AA6A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383025" y="3736800"/>
            <a:ext cx="1810800" cy="1352435"/>
          </a:xfrm>
        </p:spPr>
        <p:txBody>
          <a:bodyPr/>
          <a:lstStyle>
            <a:lvl1pPr>
              <a:lnSpc>
                <a:spcPct val="100000"/>
              </a:lnSpc>
              <a:tabLst>
                <a:tab pos="244800" algn="l"/>
              </a:tabLst>
              <a:defRPr sz="1200" spc="20" baseline="0"/>
            </a:lvl1pPr>
            <a:lvl2pPr>
              <a:lnSpc>
                <a:spcPct val="111000"/>
              </a:lnSpc>
              <a:defRPr sz="1200"/>
            </a:lvl2pPr>
            <a:lvl3pPr>
              <a:lnSpc>
                <a:spcPct val="111000"/>
              </a:lnSpc>
              <a:defRPr sz="1200"/>
            </a:lvl3pPr>
            <a:lvl4pPr>
              <a:lnSpc>
                <a:spcPct val="111000"/>
              </a:lnSpc>
              <a:defRPr sz="1200"/>
            </a:lvl4pPr>
            <a:lvl5pPr>
              <a:lnSpc>
                <a:spcPct val="111000"/>
              </a:lnSpc>
              <a:defRPr sz="1200"/>
            </a:lvl5pPr>
          </a:lstStyle>
          <a:p>
            <a:pPr lvl="0"/>
            <a:r>
              <a:rPr lang="de-CH" noProof="0" dirty="0"/>
              <a:t>Vorname Name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BE99C5A-8C33-EC76-410A-8CA7925EC57C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3917099" y="1594163"/>
            <a:ext cx="1810800" cy="1810800"/>
          </a:xfrm>
          <a:custGeom>
            <a:avLst/>
            <a:gdLst>
              <a:gd name="connsiteX0" fmla="*/ 1508400 w 3016800"/>
              <a:gd name="connsiteY0" fmla="*/ 0 h 3016800"/>
              <a:gd name="connsiteX1" fmla="*/ 3016800 w 3016800"/>
              <a:gd name="connsiteY1" fmla="*/ 1508400 h 3016800"/>
              <a:gd name="connsiteX2" fmla="*/ 1508400 w 3016800"/>
              <a:gd name="connsiteY2" fmla="*/ 3016800 h 3016800"/>
              <a:gd name="connsiteX3" fmla="*/ 0 w 3016800"/>
              <a:gd name="connsiteY3" fmla="*/ 1508400 h 3016800"/>
              <a:gd name="connsiteX4" fmla="*/ 1508400 w 3016800"/>
              <a:gd name="connsiteY4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800" h="3016800">
                <a:moveTo>
                  <a:pt x="1508400" y="0"/>
                </a:moveTo>
                <a:cubicBezTo>
                  <a:pt x="2341466" y="0"/>
                  <a:pt x="3016800" y="675334"/>
                  <a:pt x="3016800" y="1508400"/>
                </a:cubicBezTo>
                <a:cubicBezTo>
                  <a:pt x="3016800" y="2341466"/>
                  <a:pt x="2341466" y="3016800"/>
                  <a:pt x="1508400" y="3016800"/>
                </a:cubicBezTo>
                <a:cubicBezTo>
                  <a:pt x="675334" y="3016800"/>
                  <a:pt x="0" y="2341466"/>
                  <a:pt x="0" y="1508400"/>
                </a:cubicBezTo>
                <a:cubicBezTo>
                  <a:pt x="0" y="675334"/>
                  <a:pt x="675334" y="0"/>
                  <a:pt x="1508400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tIns="720000" anchor="ctr">
            <a:no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9D0824B9-BD75-4BB4-8387-8447A541515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460698" y="1594163"/>
            <a:ext cx="1810800" cy="1810800"/>
          </a:xfrm>
          <a:custGeom>
            <a:avLst/>
            <a:gdLst>
              <a:gd name="connsiteX0" fmla="*/ 1508400 w 3016800"/>
              <a:gd name="connsiteY0" fmla="*/ 0 h 3016800"/>
              <a:gd name="connsiteX1" fmla="*/ 3016800 w 3016800"/>
              <a:gd name="connsiteY1" fmla="*/ 1508400 h 3016800"/>
              <a:gd name="connsiteX2" fmla="*/ 1508400 w 3016800"/>
              <a:gd name="connsiteY2" fmla="*/ 3016800 h 3016800"/>
              <a:gd name="connsiteX3" fmla="*/ 0 w 3016800"/>
              <a:gd name="connsiteY3" fmla="*/ 1508400 h 3016800"/>
              <a:gd name="connsiteX4" fmla="*/ 1508400 w 3016800"/>
              <a:gd name="connsiteY4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800" h="3016800">
                <a:moveTo>
                  <a:pt x="1508400" y="0"/>
                </a:moveTo>
                <a:cubicBezTo>
                  <a:pt x="2341466" y="0"/>
                  <a:pt x="3016800" y="675334"/>
                  <a:pt x="3016800" y="1508400"/>
                </a:cubicBezTo>
                <a:cubicBezTo>
                  <a:pt x="3016800" y="2341466"/>
                  <a:pt x="2341466" y="3016800"/>
                  <a:pt x="1508400" y="3016800"/>
                </a:cubicBezTo>
                <a:cubicBezTo>
                  <a:pt x="675334" y="3016800"/>
                  <a:pt x="0" y="2341466"/>
                  <a:pt x="0" y="1508400"/>
                </a:cubicBezTo>
                <a:cubicBezTo>
                  <a:pt x="0" y="675334"/>
                  <a:pt x="675334" y="0"/>
                  <a:pt x="1508400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tIns="720000" anchor="ctr">
            <a:no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F77700C9-DC33-4093-F992-25FAD22E7F7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04296" y="1594163"/>
            <a:ext cx="1810800" cy="1810800"/>
          </a:xfrm>
          <a:custGeom>
            <a:avLst/>
            <a:gdLst>
              <a:gd name="connsiteX0" fmla="*/ 1508400 w 3016800"/>
              <a:gd name="connsiteY0" fmla="*/ 0 h 3016800"/>
              <a:gd name="connsiteX1" fmla="*/ 3016800 w 3016800"/>
              <a:gd name="connsiteY1" fmla="*/ 1508400 h 3016800"/>
              <a:gd name="connsiteX2" fmla="*/ 1508400 w 3016800"/>
              <a:gd name="connsiteY2" fmla="*/ 3016800 h 3016800"/>
              <a:gd name="connsiteX3" fmla="*/ 0 w 3016800"/>
              <a:gd name="connsiteY3" fmla="*/ 1508400 h 3016800"/>
              <a:gd name="connsiteX4" fmla="*/ 1508400 w 3016800"/>
              <a:gd name="connsiteY4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6800" h="3016800">
                <a:moveTo>
                  <a:pt x="1508400" y="0"/>
                </a:moveTo>
                <a:cubicBezTo>
                  <a:pt x="2341466" y="0"/>
                  <a:pt x="3016800" y="675334"/>
                  <a:pt x="3016800" y="1508400"/>
                </a:cubicBezTo>
                <a:cubicBezTo>
                  <a:pt x="3016800" y="2341466"/>
                  <a:pt x="2341466" y="3016800"/>
                  <a:pt x="1508400" y="3016800"/>
                </a:cubicBezTo>
                <a:cubicBezTo>
                  <a:pt x="675334" y="3016800"/>
                  <a:pt x="0" y="2341466"/>
                  <a:pt x="0" y="1508400"/>
                </a:cubicBezTo>
                <a:cubicBezTo>
                  <a:pt x="0" y="675334"/>
                  <a:pt x="675334" y="0"/>
                  <a:pt x="1508400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tIns="720000" anchor="ctr">
            <a:noAutofit/>
          </a:bodyPr>
          <a:lstStyle>
            <a:lvl1pPr algn="ctr">
              <a:defRPr sz="1200"/>
            </a:lvl1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03CECBD-FB76-9C97-A7F3-6DC9A5B56EF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917099" y="3736800"/>
            <a:ext cx="1810800" cy="1352435"/>
          </a:xfrm>
        </p:spPr>
        <p:txBody>
          <a:bodyPr/>
          <a:lstStyle>
            <a:lvl1pPr>
              <a:lnSpc>
                <a:spcPct val="100000"/>
              </a:lnSpc>
              <a:tabLst>
                <a:tab pos="244800" algn="l"/>
              </a:tabLst>
              <a:defRPr sz="1200" spc="20" baseline="0"/>
            </a:lvl1pPr>
            <a:lvl2pPr>
              <a:lnSpc>
                <a:spcPct val="111000"/>
              </a:lnSpc>
              <a:defRPr sz="1200"/>
            </a:lvl2pPr>
            <a:lvl3pPr>
              <a:lnSpc>
                <a:spcPct val="111000"/>
              </a:lnSpc>
              <a:defRPr sz="1200"/>
            </a:lvl3pPr>
            <a:lvl4pPr>
              <a:lnSpc>
                <a:spcPct val="111000"/>
              </a:lnSpc>
              <a:defRPr sz="1200"/>
            </a:lvl4pPr>
            <a:lvl5pPr>
              <a:lnSpc>
                <a:spcPct val="111000"/>
              </a:lnSpc>
              <a:defRPr sz="1200"/>
            </a:lvl5pPr>
          </a:lstStyle>
          <a:p>
            <a:pPr lvl="0"/>
            <a:r>
              <a:rPr lang="de-CH" noProof="0" dirty="0"/>
              <a:t>Vorname Name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D0EB7A47-7FD0-8D63-D1B7-6A37885C02B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451173" y="3736800"/>
            <a:ext cx="1810800" cy="1352435"/>
          </a:xfrm>
        </p:spPr>
        <p:txBody>
          <a:bodyPr/>
          <a:lstStyle>
            <a:lvl1pPr>
              <a:lnSpc>
                <a:spcPct val="100000"/>
              </a:lnSpc>
              <a:tabLst>
                <a:tab pos="244800" algn="l"/>
              </a:tabLst>
              <a:defRPr sz="1200" spc="20" baseline="0"/>
            </a:lvl1pPr>
            <a:lvl2pPr>
              <a:lnSpc>
                <a:spcPct val="111000"/>
              </a:lnSpc>
              <a:defRPr sz="1200"/>
            </a:lvl2pPr>
            <a:lvl3pPr>
              <a:lnSpc>
                <a:spcPct val="111000"/>
              </a:lnSpc>
              <a:defRPr sz="1200"/>
            </a:lvl3pPr>
            <a:lvl4pPr>
              <a:lnSpc>
                <a:spcPct val="111000"/>
              </a:lnSpc>
              <a:defRPr sz="1200"/>
            </a:lvl4pPr>
            <a:lvl5pPr>
              <a:lnSpc>
                <a:spcPct val="111000"/>
              </a:lnSpc>
              <a:defRPr sz="1200"/>
            </a:lvl5pPr>
          </a:lstStyle>
          <a:p>
            <a:pPr lvl="0"/>
            <a:r>
              <a:rPr lang="de-CH" noProof="0" dirty="0"/>
              <a:t>Vorname Name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1E41B16-BAC0-88D8-38A9-8FF76F613A16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8985247" y="3736800"/>
            <a:ext cx="1810800" cy="1352435"/>
          </a:xfrm>
        </p:spPr>
        <p:txBody>
          <a:bodyPr/>
          <a:lstStyle>
            <a:lvl1pPr>
              <a:lnSpc>
                <a:spcPct val="100000"/>
              </a:lnSpc>
              <a:tabLst>
                <a:tab pos="244800" algn="l"/>
              </a:tabLst>
              <a:defRPr sz="1200" spc="20" baseline="0"/>
            </a:lvl1pPr>
            <a:lvl2pPr>
              <a:lnSpc>
                <a:spcPct val="111000"/>
              </a:lnSpc>
              <a:defRPr sz="1200"/>
            </a:lvl2pPr>
            <a:lvl3pPr>
              <a:lnSpc>
                <a:spcPct val="111000"/>
              </a:lnSpc>
              <a:defRPr sz="1200"/>
            </a:lvl3pPr>
            <a:lvl4pPr>
              <a:lnSpc>
                <a:spcPct val="111000"/>
              </a:lnSpc>
              <a:defRPr sz="1200"/>
            </a:lvl4pPr>
            <a:lvl5pPr>
              <a:lnSpc>
                <a:spcPct val="111000"/>
              </a:lnSpc>
              <a:defRPr sz="1200"/>
            </a:lvl5pPr>
          </a:lstStyle>
          <a:p>
            <a:pPr lvl="0"/>
            <a:r>
              <a:rPr lang="de-CH" noProof="0" dirty="0"/>
              <a:t>Vorname Name</a:t>
            </a:r>
          </a:p>
        </p:txBody>
      </p:sp>
    </p:spTree>
    <p:extLst>
      <p:ext uri="{BB962C8B-B14F-4D97-AF65-F5344CB8AC3E}">
        <p14:creationId xmlns:p14="http://schemas.microsoft.com/office/powerpoint/2010/main" val="18329089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1903561" cy="828000"/>
          </a:xfrm>
        </p:spPr>
        <p:txBody>
          <a:bodyPr/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353679" y="451272"/>
            <a:ext cx="4608000" cy="2851200"/>
          </a:xfrm>
          <a:solidFill>
            <a:schemeClr val="accent2"/>
          </a:solidFill>
        </p:spPr>
        <p:txBody>
          <a:bodyPr lIns="108000" tIns="57600" rIns="108000" bIns="108000"/>
          <a:lstStyle>
            <a:lvl1pPr>
              <a:lnSpc>
                <a:spcPct val="118000"/>
              </a:lnSpc>
              <a:defRPr sz="1200"/>
            </a:lvl1pPr>
            <a:lvl2pPr>
              <a:lnSpc>
                <a:spcPct val="118000"/>
              </a:lnSpc>
              <a:defRPr sz="1200"/>
            </a:lvl2pPr>
            <a:lvl3pPr>
              <a:lnSpc>
                <a:spcPct val="118000"/>
              </a:lnSpc>
              <a:defRPr sz="1200"/>
            </a:lvl3pPr>
            <a:lvl4pPr>
              <a:lnSpc>
                <a:spcPct val="118000"/>
              </a:lnSpc>
              <a:defRPr sz="1200"/>
            </a:lvl4pPr>
            <a:lvl5pPr>
              <a:lnSpc>
                <a:spcPct val="118000"/>
              </a:lnSpc>
              <a:defRPr sz="120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7186744" y="451272"/>
            <a:ext cx="4608000" cy="2851200"/>
          </a:xfrm>
          <a:solidFill>
            <a:schemeClr val="accent6"/>
          </a:solidFill>
        </p:spPr>
        <p:txBody>
          <a:bodyPr lIns="108000" tIns="57600" rIns="108000" bIns="108000"/>
          <a:lstStyle>
            <a:lvl1pPr>
              <a:lnSpc>
                <a:spcPct val="118000"/>
              </a:lnSpc>
              <a:defRPr sz="1200" b="0"/>
            </a:lvl1pPr>
            <a:lvl2pPr>
              <a:lnSpc>
                <a:spcPct val="118000"/>
              </a:lnSpc>
              <a:defRPr sz="1200"/>
            </a:lvl2pPr>
            <a:lvl3pPr>
              <a:lnSpc>
                <a:spcPct val="118000"/>
              </a:lnSpc>
              <a:defRPr sz="1200"/>
            </a:lvl3pPr>
            <a:lvl4pPr>
              <a:lnSpc>
                <a:spcPct val="118000"/>
              </a:lnSpc>
              <a:defRPr sz="1200"/>
            </a:lvl4pPr>
            <a:lvl5pPr>
              <a:lnSpc>
                <a:spcPct val="118000"/>
              </a:lnSpc>
              <a:defRPr sz="120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D51E9-D356-48D6-A897-B728F9FE9284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491B4733-B867-D1BD-5D12-1D335C6F8BD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353679" y="3519276"/>
            <a:ext cx="4608000" cy="2851200"/>
          </a:xfrm>
          <a:solidFill>
            <a:schemeClr val="accent2"/>
          </a:solidFill>
        </p:spPr>
        <p:txBody>
          <a:bodyPr lIns="108000" tIns="57600" rIns="108000" bIns="108000"/>
          <a:lstStyle>
            <a:lvl1pPr>
              <a:lnSpc>
                <a:spcPct val="118000"/>
              </a:lnSpc>
              <a:defRPr sz="1200"/>
            </a:lvl1pPr>
            <a:lvl2pPr>
              <a:lnSpc>
                <a:spcPct val="118000"/>
              </a:lnSpc>
              <a:defRPr sz="1200"/>
            </a:lvl2pPr>
            <a:lvl3pPr>
              <a:lnSpc>
                <a:spcPct val="118000"/>
              </a:lnSpc>
              <a:defRPr sz="1200"/>
            </a:lvl3pPr>
            <a:lvl4pPr>
              <a:lnSpc>
                <a:spcPct val="118000"/>
              </a:lnSpc>
              <a:defRPr sz="1200"/>
            </a:lvl4pPr>
            <a:lvl5pPr>
              <a:lnSpc>
                <a:spcPct val="118000"/>
              </a:lnSpc>
              <a:defRPr sz="120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76AAB5E1-849C-6442-D299-2E133577F10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186744" y="3519276"/>
            <a:ext cx="4608000" cy="2851200"/>
          </a:xfrm>
          <a:solidFill>
            <a:schemeClr val="accent6"/>
          </a:solidFill>
        </p:spPr>
        <p:txBody>
          <a:bodyPr lIns="108000" tIns="57600" rIns="108000" bIns="108000"/>
          <a:lstStyle>
            <a:lvl1pPr>
              <a:lnSpc>
                <a:spcPct val="118000"/>
              </a:lnSpc>
              <a:defRPr sz="1200" b="0"/>
            </a:lvl1pPr>
            <a:lvl2pPr>
              <a:lnSpc>
                <a:spcPct val="118000"/>
              </a:lnSpc>
              <a:defRPr sz="1200"/>
            </a:lvl2pPr>
            <a:lvl3pPr>
              <a:lnSpc>
                <a:spcPct val="118000"/>
              </a:lnSpc>
              <a:defRPr sz="1200"/>
            </a:lvl3pPr>
            <a:lvl4pPr>
              <a:lnSpc>
                <a:spcPct val="118000"/>
              </a:lnSpc>
              <a:defRPr sz="1200"/>
            </a:lvl4pPr>
            <a:lvl5pPr>
              <a:lnSpc>
                <a:spcPct val="118000"/>
              </a:lnSpc>
              <a:defRPr sz="1200"/>
            </a:lvl5pPr>
          </a:lstStyle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832890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11E4D078-5AAB-4B78-A536-1E5E758116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703" y="1252537"/>
            <a:ext cx="11363722" cy="4014787"/>
          </a:xfrm>
        </p:spPr>
        <p:txBody>
          <a:bodyPr anchor="ctr"/>
          <a:lstStyle>
            <a:lvl1pPr algn="l">
              <a:lnSpc>
                <a:spcPct val="89000"/>
              </a:lnSpc>
              <a:defRPr sz="8400" spc="-180" baseline="0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DB49DB5-9619-4390-82EC-C8CEA63F04FC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B4434BB0-6091-24C0-7C8C-103EFF24BF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97165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,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11E4D078-5AAB-4B78-A536-1E5E758116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703" y="1129891"/>
            <a:ext cx="11363722" cy="4394608"/>
          </a:xfrm>
        </p:spPr>
        <p:txBody>
          <a:bodyPr anchor="ctr"/>
          <a:lstStyle>
            <a:lvl1pPr algn="l">
              <a:lnSpc>
                <a:spcPct val="84000"/>
              </a:lnSpc>
              <a:defRPr sz="11200" spc="-180" baseline="0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A66C14-B557-4F7B-A994-7CEA4C271856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26800C85-7429-FA23-0111-B0B21105B2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743947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CA52041-14A4-02CD-2627-AE45648D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C7394C-500F-4149-9870-20AE31B6D794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36D8F0-8617-17B6-BA68-728A2AFFD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Die Schweizerische Post – Titel der Präsentation – Vorname Name (Fusszeile ändern über «Einfügen &gt; Kopf- und Fusszeile»)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B9AB41C-675F-B07F-815D-748B5494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0B2FFA85-45B9-2EE5-6F98-EF83E68942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40000" anchor="t" anchorCtr="0"/>
          <a:lstStyle>
            <a:lvl1pPr algn="ctr">
              <a:defRPr sz="1200"/>
            </a:lvl1pPr>
          </a:lstStyle>
          <a:p>
            <a:r>
              <a:rPr lang="de-DE" dirty="0"/>
              <a:t>Bild durch «Drag &amp; Drop» in den Bildplatzhalter ziehen oder durch CTRL-V einfügen und in den Hintergrund stellen</a:t>
            </a:r>
            <a:endParaRPr lang="de-CH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E4D078-5AAB-4B78-A536-1E5E758116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8703" y="1129891"/>
            <a:ext cx="11363722" cy="4394608"/>
          </a:xfrm>
        </p:spPr>
        <p:txBody>
          <a:bodyPr anchor="ctr"/>
          <a:lstStyle>
            <a:lvl1pPr algn="l">
              <a:lnSpc>
                <a:spcPct val="84000"/>
              </a:lnSpc>
              <a:defRPr sz="11200" spc="-180" baseline="0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Titel </a:t>
            </a:r>
            <a:br>
              <a:rPr lang="de-CH" dirty="0"/>
            </a:br>
            <a:r>
              <a:rPr lang="de-CH" dirty="0"/>
              <a:t>hinzufügen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4A73FDA-D7C6-63D8-24DA-B19EF16314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82800" y="5506440"/>
            <a:ext cx="900000" cy="90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rgbClr val="FAC617"/>
                </a:solidFill>
              </a:defRPr>
            </a:lvl1pPr>
            <a:lvl2pPr>
              <a:defRPr sz="100">
                <a:solidFill>
                  <a:srgbClr val="FAC617"/>
                </a:solidFill>
              </a:defRPr>
            </a:lvl2pPr>
            <a:lvl3pPr>
              <a:defRPr sz="100">
                <a:solidFill>
                  <a:srgbClr val="FAC617"/>
                </a:solidFill>
              </a:defRPr>
            </a:lvl3pPr>
            <a:lvl4pPr>
              <a:defRPr sz="100">
                <a:solidFill>
                  <a:srgbClr val="FAC617"/>
                </a:solidFill>
              </a:defRPr>
            </a:lvl4pPr>
            <a:lvl5pPr>
              <a:defRPr sz="100">
                <a:solidFill>
                  <a:srgbClr val="FAC617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186676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55AD3-D9E4-22D0-BB6F-FF4BF3CA5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019" y="371702"/>
            <a:ext cx="6545784" cy="75259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hinzufügen</a:t>
            </a:r>
            <a:endParaRPr lang="de-CH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2B4F1B-D170-1AE0-39A7-F9187FC46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72C4-366C-48E1-B3D0-022958392A8D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CD2EB7-390A-FBDC-606E-A6A043F5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Die Schweizerische Post – Titel der Präsentation – Vorname Name (</a:t>
            </a:r>
            <a:r>
              <a:rPr lang="de-DE" dirty="0" err="1"/>
              <a:t>Fusszeile</a:t>
            </a:r>
            <a:r>
              <a:rPr lang="de-DE" dirty="0"/>
              <a:t> ändern über «Einfügen &gt; Kopf- und </a:t>
            </a:r>
            <a:r>
              <a:rPr lang="de-DE" dirty="0" err="1"/>
              <a:t>Fusszeile</a:t>
            </a:r>
            <a:r>
              <a:rPr lang="de-DE" dirty="0"/>
              <a:t>»)</a:t>
            </a:r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AFF287-9CE4-294F-1E07-88D27577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2F23672-4C65-A986-51F6-54881B6DEF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20215" y="1124299"/>
            <a:ext cx="6537576" cy="47857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C07DAFE-38EE-5527-2240-70E4DE6743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415956" y="3738936"/>
            <a:ext cx="1310159" cy="267119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5E0C13C-82CA-C2BA-95CB-B8FAF39D8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12087" y="452809"/>
            <a:ext cx="3934800" cy="3020910"/>
          </a:xfrm>
          <a:prstGeom prst="rect">
            <a:avLst/>
          </a:prstGeom>
        </p:spPr>
      </p:pic>
      <p:sp>
        <p:nvSpPr>
          <p:cNvPr id="9" name="Bildplatzhalter 4">
            <a:extLst>
              <a:ext uri="{FF2B5EF4-FFF2-40B4-BE49-F238E27FC236}">
                <a16:creationId xmlns:a16="http://schemas.microsoft.com/office/drawing/2014/main" id="{9BB5A58E-85B6-413E-C507-12A70E352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852" y="1310640"/>
            <a:ext cx="6177328" cy="349758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0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5D41BDC3-25E7-0859-D3FE-69FA5DC8D9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44506" y="580331"/>
            <a:ext cx="3675944" cy="2774850"/>
          </a:xfrm>
          <a:custGeom>
            <a:avLst/>
            <a:gdLst>
              <a:gd name="connsiteX0" fmla="*/ 45286 w 3675944"/>
              <a:gd name="connsiteY0" fmla="*/ 0 h 2774850"/>
              <a:gd name="connsiteX1" fmla="*/ 3630658 w 3675944"/>
              <a:gd name="connsiteY1" fmla="*/ 0 h 2774850"/>
              <a:gd name="connsiteX2" fmla="*/ 3675944 w 3675944"/>
              <a:gd name="connsiteY2" fmla="*/ 45286 h 2774850"/>
              <a:gd name="connsiteX3" fmla="*/ 3675944 w 3675944"/>
              <a:gd name="connsiteY3" fmla="*/ 2729564 h 2774850"/>
              <a:gd name="connsiteX4" fmla="*/ 3630658 w 3675944"/>
              <a:gd name="connsiteY4" fmla="*/ 2774850 h 2774850"/>
              <a:gd name="connsiteX5" fmla="*/ 45286 w 3675944"/>
              <a:gd name="connsiteY5" fmla="*/ 2774850 h 2774850"/>
              <a:gd name="connsiteX6" fmla="*/ 0 w 3675944"/>
              <a:gd name="connsiteY6" fmla="*/ 2729564 h 2774850"/>
              <a:gd name="connsiteX7" fmla="*/ 0 w 3675944"/>
              <a:gd name="connsiteY7" fmla="*/ 45286 h 2774850"/>
              <a:gd name="connsiteX8" fmla="*/ 45286 w 3675944"/>
              <a:gd name="connsiteY8" fmla="*/ 0 h 277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5944" h="2774850">
                <a:moveTo>
                  <a:pt x="45286" y="0"/>
                </a:moveTo>
                <a:lnTo>
                  <a:pt x="3630658" y="0"/>
                </a:lnTo>
                <a:cubicBezTo>
                  <a:pt x="3655669" y="0"/>
                  <a:pt x="3675944" y="20275"/>
                  <a:pt x="3675944" y="45286"/>
                </a:cubicBezTo>
                <a:lnTo>
                  <a:pt x="3675944" y="2729564"/>
                </a:lnTo>
                <a:cubicBezTo>
                  <a:pt x="3675944" y="2754575"/>
                  <a:pt x="3655669" y="2774850"/>
                  <a:pt x="3630658" y="2774850"/>
                </a:cubicBezTo>
                <a:lnTo>
                  <a:pt x="45286" y="2774850"/>
                </a:lnTo>
                <a:cubicBezTo>
                  <a:pt x="20275" y="2774850"/>
                  <a:pt x="0" y="2754575"/>
                  <a:pt x="0" y="2729564"/>
                </a:cubicBezTo>
                <a:lnTo>
                  <a:pt x="0" y="45286"/>
                </a:lnTo>
                <a:cubicBezTo>
                  <a:pt x="0" y="20275"/>
                  <a:pt x="20275" y="0"/>
                  <a:pt x="45286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tIns="720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263DE356-614B-2CDE-6A0D-EDAAD4BCA4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64425" y="3775075"/>
            <a:ext cx="1212850" cy="2597150"/>
          </a:xfrm>
          <a:custGeom>
            <a:avLst/>
            <a:gdLst>
              <a:gd name="connsiteX0" fmla="*/ 188040 w 1212850"/>
              <a:gd name="connsiteY0" fmla="*/ 0 h 2597150"/>
              <a:gd name="connsiteX1" fmla="*/ 1024810 w 1212850"/>
              <a:gd name="connsiteY1" fmla="*/ 0 h 2597150"/>
              <a:gd name="connsiteX2" fmla="*/ 1212850 w 1212850"/>
              <a:gd name="connsiteY2" fmla="*/ 188040 h 2597150"/>
              <a:gd name="connsiteX3" fmla="*/ 1212850 w 1212850"/>
              <a:gd name="connsiteY3" fmla="*/ 2409110 h 2597150"/>
              <a:gd name="connsiteX4" fmla="*/ 1024810 w 1212850"/>
              <a:gd name="connsiteY4" fmla="*/ 2597150 h 2597150"/>
              <a:gd name="connsiteX5" fmla="*/ 188040 w 1212850"/>
              <a:gd name="connsiteY5" fmla="*/ 2597150 h 2597150"/>
              <a:gd name="connsiteX6" fmla="*/ 0 w 1212850"/>
              <a:gd name="connsiteY6" fmla="*/ 2409110 h 2597150"/>
              <a:gd name="connsiteX7" fmla="*/ 0 w 1212850"/>
              <a:gd name="connsiteY7" fmla="*/ 188040 h 2597150"/>
              <a:gd name="connsiteX8" fmla="*/ 188040 w 1212850"/>
              <a:gd name="connsiteY8" fmla="*/ 0 h 259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2850" h="2597150">
                <a:moveTo>
                  <a:pt x="188040" y="0"/>
                </a:moveTo>
                <a:lnTo>
                  <a:pt x="1024810" y="0"/>
                </a:lnTo>
                <a:cubicBezTo>
                  <a:pt x="1128662" y="0"/>
                  <a:pt x="1212850" y="84188"/>
                  <a:pt x="1212850" y="188040"/>
                </a:cubicBezTo>
                <a:lnTo>
                  <a:pt x="1212850" y="2409110"/>
                </a:lnTo>
                <a:cubicBezTo>
                  <a:pt x="1212850" y="2512962"/>
                  <a:pt x="1128662" y="2597150"/>
                  <a:pt x="1024810" y="2597150"/>
                </a:cubicBezTo>
                <a:lnTo>
                  <a:pt x="188040" y="2597150"/>
                </a:lnTo>
                <a:cubicBezTo>
                  <a:pt x="84188" y="2597150"/>
                  <a:pt x="0" y="2512962"/>
                  <a:pt x="0" y="2409110"/>
                </a:cubicBezTo>
                <a:lnTo>
                  <a:pt x="0" y="188040"/>
                </a:lnTo>
                <a:cubicBezTo>
                  <a:pt x="0" y="84188"/>
                  <a:pt x="84188" y="0"/>
                  <a:pt x="188040" y="0"/>
                </a:cubicBez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tIns="900000" anchor="ctr" anchorCtr="0">
            <a:noAutofit/>
          </a:bodyPr>
          <a:lstStyle>
            <a:lvl1pPr algn="ctr">
              <a:defRPr sz="10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902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2019" y="371702"/>
            <a:ext cx="11370406" cy="82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9574" y="1976437"/>
            <a:ext cx="11370406" cy="44307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Inhalt hinzufügen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461239" y="6560212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D3F1465-44C1-416A-838F-89B972961465}" type="datetime4">
              <a:rPr lang="de-CH" smtClean="0"/>
              <a:t>16. Juli 2026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9574" y="6560212"/>
            <a:ext cx="5686425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spc="0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Die Schweizerische Post – Titel der Präsentation – Vorname Name (</a:t>
            </a:r>
            <a:r>
              <a:rPr lang="de-DE" noProof="0" dirty="0" err="1"/>
              <a:t>Fusszeile</a:t>
            </a:r>
            <a:r>
              <a:rPr lang="de-DE" noProof="0" dirty="0"/>
              <a:t> ändern über «Einfügen &gt; Kopf- und </a:t>
            </a:r>
            <a:r>
              <a:rPr lang="de-DE" noProof="0" dirty="0" err="1"/>
              <a:t>Fusszeile</a:t>
            </a:r>
            <a:r>
              <a:rPr lang="de-DE" noProof="0" dirty="0"/>
              <a:t>»)</a:t>
            </a:r>
            <a:endParaRPr lang="de-CH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037126" y="6560212"/>
            <a:ext cx="745299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dirty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6" r:id="rId2"/>
    <p:sldLayoutId id="2147483667" r:id="rId3"/>
    <p:sldLayoutId id="2147483669" r:id="rId4"/>
    <p:sldLayoutId id="2147483670" r:id="rId5"/>
    <p:sldLayoutId id="2147483671" r:id="rId6"/>
    <p:sldLayoutId id="2147483672" r:id="rId7"/>
    <p:sldLayoutId id="2147483700" r:id="rId8"/>
    <p:sldLayoutId id="2147483684" r:id="rId9"/>
    <p:sldLayoutId id="2147483685" r:id="rId10"/>
    <p:sldLayoutId id="2147483686" r:id="rId11"/>
    <p:sldLayoutId id="2147483689" r:id="rId12"/>
    <p:sldLayoutId id="2147483659" r:id="rId13"/>
    <p:sldLayoutId id="2147483674" r:id="rId14"/>
    <p:sldLayoutId id="2147483661" r:id="rId15"/>
    <p:sldLayoutId id="2147483675" r:id="rId16"/>
    <p:sldLayoutId id="2147483676" r:id="rId17"/>
    <p:sldLayoutId id="2147483664" r:id="rId18"/>
    <p:sldLayoutId id="2147483699" r:id="rId19"/>
    <p:sldLayoutId id="2147483679" r:id="rId20"/>
    <p:sldLayoutId id="2147483702" r:id="rId21"/>
    <p:sldLayoutId id="2147483677" r:id="rId22"/>
    <p:sldLayoutId id="2147483678" r:id="rId23"/>
    <p:sldLayoutId id="2147483698" r:id="rId24"/>
    <p:sldLayoutId id="2147483697" r:id="rId25"/>
    <p:sldLayoutId id="2147483680" r:id="rId26"/>
    <p:sldLayoutId id="2147483681" r:id="rId27"/>
    <p:sldLayoutId id="2147483682" r:id="rId28"/>
    <p:sldLayoutId id="2147483683" r:id="rId29"/>
    <p:sldLayoutId id="2147483687" r:id="rId30"/>
    <p:sldLayoutId id="2147483688" r:id="rId31"/>
    <p:sldLayoutId id="2147483673" r:id="rId32"/>
    <p:sldLayoutId id="2147483690" r:id="rId33"/>
    <p:sldLayoutId id="2147483691" r:id="rId34"/>
    <p:sldLayoutId id="2147483692" r:id="rId35"/>
    <p:sldLayoutId id="2147483694" r:id="rId36"/>
    <p:sldLayoutId id="2147483695" r:id="rId37"/>
    <p:sldLayoutId id="2147483696" r:id="rId38"/>
    <p:sldLayoutId id="2147483701" r:id="rId39"/>
  </p:sldLayoutIdLst>
  <p:hf hdr="0"/>
  <p:txStyles>
    <p:titleStyle>
      <a:lvl1pPr algn="l" defTabSz="914400" rtl="0" eaLnBrk="1" latinLnBrk="0" hangingPunct="1">
        <a:lnSpc>
          <a:spcPct val="96000"/>
        </a:lnSpc>
        <a:spcBef>
          <a:spcPct val="0"/>
        </a:spcBef>
        <a:buNone/>
        <a:defRPr sz="2800" b="1" kern="1200" spc="-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9000"/>
        </a:lnSpc>
        <a:spcBef>
          <a:spcPts val="0"/>
        </a:spcBef>
        <a:buFont typeface="+mj-lt"/>
        <a:buNone/>
        <a:defRPr sz="2000" b="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98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96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94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92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09000"/>
        </a:lnSpc>
        <a:spcBef>
          <a:spcPts val="0"/>
        </a:spcBef>
        <a:buFont typeface="+mj-lt"/>
        <a:buNone/>
        <a:defRPr sz="2000" b="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98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96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94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92000" indent="-198000" algn="l" defTabSz="914400" rtl="0" eaLnBrk="1" latinLnBrk="0" hangingPunct="1">
        <a:lnSpc>
          <a:spcPct val="109000"/>
        </a:lnSpc>
        <a:spcBef>
          <a:spcPts val="0"/>
        </a:spcBef>
        <a:buFont typeface="Symbol" panose="05050102010706020507" pitchFamily="18" charset="2"/>
        <a:buChar char="-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8" userDrawn="1">
          <p15:clr>
            <a:srgbClr val="A4A3A4"/>
          </p15:clr>
        </p15:guide>
        <p15:guide id="2" pos="7422" userDrawn="1">
          <p15:clr>
            <a:srgbClr val="A4A3A4"/>
          </p15:clr>
        </p15:guide>
        <p15:guide id="3" orient="horz" pos="4038" userDrawn="1">
          <p15:clr>
            <a:srgbClr val="A4A3A4"/>
          </p15:clr>
        </p15:guide>
        <p15:guide id="4" orient="horz" pos="1245" userDrawn="1">
          <p15:clr>
            <a:srgbClr val="A4A3A4"/>
          </p15:clr>
        </p15:guide>
        <p15:guide id="5" orient="horz" pos="23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B3593-E768-5526-1129-C6E404AA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quality tool decision criteria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DB3A6F-8431-A317-9D2A-F5DEB1227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73" y="1071053"/>
            <a:ext cx="4750323" cy="162596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1400" b="1" noProof="0" dirty="0"/>
              <a:t>Data Coverage &amp; Connectivity</a:t>
            </a: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Supported data Sources ( SAP/ Non SAP/Kafka Topics without the need to flatten the topics before checks)</a:t>
            </a: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cs typeface="Segoe UI"/>
              </a:rPr>
              <a:t>Cloud / on-premise</a:t>
            </a: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Data.World data Catalog compatibility</a:t>
            </a:r>
            <a:endParaRPr lang="en-GB" sz="1400" noProof="0" dirty="0">
              <a:cs typeface="Segoe UI"/>
            </a:endParaRPr>
          </a:p>
          <a:p>
            <a:pPr marL="197485" lvl="1" indent="0">
              <a:buNone/>
            </a:pPr>
            <a:endParaRPr lang="en-GB" sz="1400" noProof="0" dirty="0">
              <a:cs typeface="Segoe UI"/>
            </a:endParaRPr>
          </a:p>
          <a:p>
            <a:pPr marL="197485" lvl="1" indent="0">
              <a:buNone/>
            </a:pPr>
            <a:endParaRPr lang="en-GB" sz="1400" noProof="0" dirty="0">
              <a:cs typeface="Segoe UI"/>
            </a:endParaRPr>
          </a:p>
          <a:p>
            <a:pPr marL="197485" lvl="1" indent="0">
              <a:buNone/>
            </a:pPr>
            <a:endParaRPr lang="en-GB" sz="1400" noProof="0" dirty="0">
              <a:cs typeface="Segoe UI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BCF416-D69C-1B37-FDC7-FE3FAF0E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AC4D-85B9-4CD2-895B-597EAA5152FB}" type="datetime4">
              <a:rPr lang="en-GB" noProof="0" smtClean="0"/>
              <a:t>16 juillet 2026</a:t>
            </a:fld>
            <a:endParaRPr lang="en-GB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EA14E6-763A-67EE-A25D-13F63ACF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4734D14-88E4-0A06-CCB8-260A12EE919C}"/>
              </a:ext>
            </a:extLst>
          </p:cNvPr>
          <p:cNvSpPr txBox="1">
            <a:spLocks/>
          </p:cNvSpPr>
          <p:nvPr/>
        </p:nvSpPr>
        <p:spPr>
          <a:xfrm>
            <a:off x="481580" y="2457411"/>
            <a:ext cx="4606307" cy="352428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+mj-lt"/>
              <a:buNone/>
              <a:defRPr sz="2000" b="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96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noProof="0" dirty="0"/>
              <a:t>Data Quality Capabilities</a:t>
            </a: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Rule management </a:t>
            </a:r>
            <a:endParaRPr lang="en-GB" sz="1400" noProof="0" dirty="0">
              <a:cs typeface="Segoe UI"/>
            </a:endParaRP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Predefined rules and  custom rules possible</a:t>
            </a:r>
            <a:endParaRPr lang="en-GB" sz="1400" noProof="0" dirty="0">
              <a:cs typeface="Segoe UI"/>
            </a:endParaRP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Business-friendly rule creation (no/low code)</a:t>
            </a:r>
            <a:endParaRPr lang="en-GB" sz="1400" noProof="0" dirty="0">
              <a:cs typeface="Segoe UI"/>
            </a:endParaRP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>
                <a:cs typeface="Segoe UI"/>
              </a:rPr>
              <a:t>Checks for more than one table possible</a:t>
            </a: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Rule versioning &amp; life cycle management</a:t>
            </a: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Threshold management</a:t>
            </a: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Profiling and discovery</a:t>
            </a:r>
            <a:endParaRPr lang="en-GB" sz="1400" noProof="0" dirty="0">
              <a:cs typeface="Segoe UI"/>
            </a:endParaRP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Automated data profiling</a:t>
            </a:r>
            <a:endParaRPr lang="en-GB" sz="1400" noProof="0" dirty="0">
              <a:cs typeface="Segoe UI"/>
            </a:endParaRP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Rule mining</a:t>
            </a:r>
            <a:endParaRPr lang="en-GB" sz="1400" noProof="0" dirty="0">
              <a:cs typeface="Segoe UI"/>
            </a:endParaRP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Deduplication</a:t>
            </a:r>
            <a:endParaRPr lang="en-GB" sz="1400" noProof="0" dirty="0">
              <a:cs typeface="Segoe UI"/>
            </a:endParaRP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Fuzzy matching</a:t>
            </a:r>
            <a:endParaRPr lang="en-GB" sz="1400" noProof="0" dirty="0">
              <a:cs typeface="Segoe UI"/>
            </a:endParaRP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Reference data</a:t>
            </a:r>
            <a:endParaRPr lang="en-GB" sz="1400" noProof="0" dirty="0">
              <a:cs typeface="Segoe UI"/>
            </a:endParaRPr>
          </a:p>
          <a:p>
            <a:pPr marL="681355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Address/Postal validation</a:t>
            </a:r>
            <a:endParaRPr lang="en-GB" sz="1400" noProof="0" dirty="0">
              <a:cs typeface="Segoe UI"/>
            </a:endParaRPr>
          </a:p>
          <a:p>
            <a:pPr marL="483235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AI capabilities for intelligent profiling, automated rule generation, metadata description generation, and end-to-end data quality automation.</a:t>
            </a:r>
            <a:endParaRPr lang="en-GB" sz="1400" noProof="0" dirty="0">
              <a:cs typeface="Segoe UI"/>
            </a:endParaRPr>
          </a:p>
          <a:p>
            <a:pPr marL="197485" lvl="1" indent="0">
              <a:buFont typeface="Segoe UI" panose="020B0502040204020203" pitchFamily="34" charset="0"/>
              <a:buNone/>
            </a:pPr>
            <a:endParaRPr lang="en-GB" sz="1400" noProof="0" dirty="0">
              <a:cs typeface="Segoe UI"/>
            </a:endParaRPr>
          </a:p>
          <a:p>
            <a:pPr marL="197485" lvl="1" indent="0">
              <a:buFont typeface="Segoe UI" panose="020B0502040204020203" pitchFamily="34" charset="0"/>
              <a:buNone/>
            </a:pPr>
            <a:endParaRPr lang="en-GB" sz="1400" noProof="0" dirty="0">
              <a:cs typeface="Segoe UI"/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0742693F-33F1-8D74-5DF5-E1ADDCD068DC}"/>
              </a:ext>
            </a:extLst>
          </p:cNvPr>
          <p:cNvSpPr txBox="1">
            <a:spLocks/>
          </p:cNvSpPr>
          <p:nvPr/>
        </p:nvSpPr>
        <p:spPr>
          <a:xfrm>
            <a:off x="5807969" y="1069518"/>
            <a:ext cx="3886227" cy="19442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+mj-lt"/>
              <a:buNone/>
              <a:defRPr sz="2000" b="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96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noProof="0" dirty="0"/>
              <a:t>Reporting &amp; Monitoring</a:t>
            </a:r>
          </a:p>
          <a:p>
            <a:pPr marL="483750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Dashboards</a:t>
            </a:r>
          </a:p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Data Quality scorecards (KPI, Historical trends, drill down analysis)</a:t>
            </a:r>
          </a:p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KPIs by domain, system, Owner…</a:t>
            </a:r>
          </a:p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Export and integration (Power BI, Sap analytics cloud)</a:t>
            </a:r>
          </a:p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Alerting &amp; notifications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1DB1550-D2AA-EF98-0A5F-C5F316F9FDB9}"/>
              </a:ext>
            </a:extLst>
          </p:cNvPr>
          <p:cNvSpPr txBox="1">
            <a:spLocks/>
          </p:cNvSpPr>
          <p:nvPr/>
        </p:nvSpPr>
        <p:spPr>
          <a:xfrm>
            <a:off x="5807968" y="2995418"/>
            <a:ext cx="3886227" cy="12241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+mj-lt"/>
              <a:buNone/>
              <a:defRPr sz="2000" b="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96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noProof="0" dirty="0"/>
              <a:t>Performance and Reliability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Processing speed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Error handling &amp; logins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Scalability (large data volumes)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SLA support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Audit trail</a:t>
            </a:r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AFE2FEED-B626-3A69-7285-29AB43553BA6}"/>
              </a:ext>
            </a:extLst>
          </p:cNvPr>
          <p:cNvSpPr txBox="1">
            <a:spLocks/>
          </p:cNvSpPr>
          <p:nvPr/>
        </p:nvSpPr>
        <p:spPr>
          <a:xfrm>
            <a:off x="5807968" y="4509114"/>
            <a:ext cx="6192689" cy="107634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+mj-lt"/>
              <a:buNone/>
              <a:defRPr sz="2000" b="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96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noProof="0" dirty="0"/>
              <a:t>Cost &amp; Licensing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Licensing model ( per user, per data volume, per rule or system…)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ROI measurement support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Time of implementation</a:t>
            </a:r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</p:txBody>
      </p:sp>
    </p:spTree>
    <p:extLst>
      <p:ext uri="{BB962C8B-B14F-4D97-AF65-F5344CB8AC3E}">
        <p14:creationId xmlns:p14="http://schemas.microsoft.com/office/powerpoint/2010/main" val="2642165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D9AE2-1D3B-AEDF-E46D-F226F9C4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Data quality tool decision criteria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BFA04B-8C8B-4110-24EC-6F0C7271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AC4D-85B9-4CD2-895B-597EAA5152FB}" type="datetime4">
              <a:rPr lang="en-GB" noProof="0" smtClean="0"/>
              <a:t>16 juillet 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EB7E5-7AEE-592E-76FF-907ED853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La Poste – Titre de la présentation – Prénom Nom – C1 Public | C2 Interne | C3 Restreint | C4 Confidentiel (modifier le pied de page sous «Insertion &gt; En-tête/Pied»)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71AB0D-D720-52C1-65D5-AEBCFFFB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030C8B16-B463-8BA4-EC50-509AAF873A9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09575" y="1976438"/>
            <a:ext cx="11369675" cy="44307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+mj-lt"/>
              <a:buNone/>
              <a:defRPr sz="2000" b="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96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92000" indent="-198000" algn="l" defTabSz="914400" rtl="0" eaLnBrk="1" latinLnBrk="0" hangingPunct="1">
              <a:lnSpc>
                <a:spcPct val="109000"/>
              </a:lnSpc>
              <a:spcBef>
                <a:spcPts val="0"/>
              </a:spcBef>
              <a:buFont typeface="Segoe UI" panose="020B0502040204020203" pitchFamily="34" charset="0"/>
              <a:buChar char="‒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noProof="0" dirty="0"/>
              <a:t>Usability &amp; User experience</a:t>
            </a:r>
          </a:p>
          <a:p>
            <a:pPr marL="483750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User Interface</a:t>
            </a:r>
          </a:p>
          <a:p>
            <a:pPr marL="483750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Role based access ( Data Steward, Data Owner,…)</a:t>
            </a:r>
          </a:p>
          <a:p>
            <a:pPr marL="483750" lvl="1" indent="-285750">
              <a:buFont typeface="Arial" panose="020B0604020202020204" pitchFamily="34" charset="0"/>
              <a:buChar char="•"/>
            </a:pPr>
            <a:r>
              <a:rPr lang="en-GB" sz="1400" noProof="0" dirty="0"/>
              <a:t>Workflow and collaboration</a:t>
            </a:r>
          </a:p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Issue management</a:t>
            </a:r>
          </a:p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Data Quality remediations workflows</a:t>
            </a:r>
          </a:p>
          <a:p>
            <a:pPr marL="681750" lvl="2" indent="-285750">
              <a:buFont typeface="Wingdings" panose="05000000000000000000" pitchFamily="2" charset="2"/>
              <a:buChar char="Ø"/>
            </a:pPr>
            <a:r>
              <a:rPr lang="en-GB" sz="1400" noProof="0" dirty="0"/>
              <a:t>Notifications and alerts</a:t>
            </a:r>
          </a:p>
          <a:p>
            <a:pPr marL="681750" lvl="2" indent="-285750">
              <a:buFont typeface="Arial" panose="020B0604020202020204" pitchFamily="34" charset="0"/>
              <a:buChar char="•"/>
            </a:pPr>
            <a:endParaRPr lang="en-GB" sz="1400" noProof="0" dirty="0"/>
          </a:p>
          <a:p>
            <a:pPr marL="681750" lvl="2" indent="-285750">
              <a:buFont typeface="Arial" panose="020B0604020202020204" pitchFamily="34" charset="0"/>
              <a:buChar char="•"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r>
              <a:rPr lang="en-GB" sz="1400" b="1" noProof="0" dirty="0"/>
              <a:t>Technical requirements:</a:t>
            </a:r>
          </a:p>
          <a:p>
            <a:pPr marL="483750" lvl="1" indent="-285750"/>
            <a:r>
              <a:rPr lang="en-GB" sz="1400" noProof="0" dirty="0"/>
              <a:t>Cloud solution</a:t>
            </a:r>
          </a:p>
          <a:p>
            <a:pPr marL="483750" lvl="1" indent="-285750"/>
            <a:r>
              <a:rPr lang="en-GB" sz="1400" noProof="0" dirty="0"/>
              <a:t>Data encryption (in rest, in transit)</a:t>
            </a:r>
          </a:p>
          <a:p>
            <a:pPr marL="483750" lvl="1" indent="-285750"/>
            <a:r>
              <a:rPr lang="en-GB" sz="1400" noProof="0" dirty="0"/>
              <a:t>Advanced job scheduling</a:t>
            </a:r>
          </a:p>
          <a:p>
            <a:pPr marL="483750" lvl="1" indent="-285750"/>
            <a:r>
              <a:rPr lang="en-GB" sz="1400" noProof="0" dirty="0"/>
              <a:t>Interface between data.world and </a:t>
            </a:r>
            <a:r>
              <a:rPr lang="en-GB" sz="1400" noProof="0" dirty="0" err="1"/>
              <a:t>dqm</a:t>
            </a:r>
            <a:r>
              <a:rPr lang="en-GB" sz="1400" noProof="0" dirty="0"/>
              <a:t> solution possible</a:t>
            </a:r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  <a:p>
            <a:pPr lvl="1" indent="0">
              <a:buFont typeface="Segoe UI" panose="020B0502040204020203" pitchFamily="34" charset="0"/>
              <a:buNone/>
            </a:pPr>
            <a:endParaRPr lang="en-GB" sz="1400" noProof="0" dirty="0"/>
          </a:p>
        </p:txBody>
      </p:sp>
    </p:spTree>
    <p:extLst>
      <p:ext uri="{BB962C8B-B14F-4D97-AF65-F5344CB8AC3E}">
        <p14:creationId xmlns:p14="http://schemas.microsoft.com/office/powerpoint/2010/main" val="2363884894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Post (gelb)">
      <a:dk1>
        <a:srgbClr val="000000"/>
      </a:dk1>
      <a:lt1>
        <a:srgbClr val="FFFFFF"/>
      </a:lt1>
      <a:dk2>
        <a:srgbClr val="E8E7E5"/>
      </a:dk2>
      <a:lt2>
        <a:srgbClr val="FFCC00"/>
      </a:lt2>
      <a:accent1>
        <a:srgbClr val="DDAE00"/>
      </a:accent1>
      <a:accent2>
        <a:srgbClr val="FFCC00"/>
      </a:accent2>
      <a:accent3>
        <a:srgbClr val="FFE888"/>
      </a:accent3>
      <a:accent4>
        <a:srgbClr val="3F3F3F"/>
      </a:accent4>
      <a:accent5>
        <a:srgbClr val="AAA8A6"/>
      </a:accent5>
      <a:accent6>
        <a:srgbClr val="E8E7E5"/>
      </a:accent6>
      <a:hlink>
        <a:srgbClr val="000000"/>
      </a:hlink>
      <a:folHlink>
        <a:srgbClr val="000000"/>
      </a:folHlink>
    </a:clrScheme>
    <a:fontScheme name="Schweizer Pos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 w="6350">
          <a:noFill/>
        </a:ln>
      </a:spPr>
      <a:bodyPr lIns="108000" tIns="90000" rIns="108000" bIns="90000" rtlCol="0" anchor="t"/>
      <a:lstStyle>
        <a:defPPr algn="l">
          <a:defRPr sz="1200" dirty="0">
            <a:solidFill>
              <a:schemeClr val="tx1"/>
            </a:solidFill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custClrLst>
    <a:custClr name="Dunkelgruen">
      <a:srgbClr val="007846"/>
    </a:custClr>
    <a:custClr name="Gruen">
      <a:srgbClr val="19D27D"/>
    </a:custClr>
    <a:custClr name="Dunkelblau">
      <a:srgbClr val="002896"/>
    </a:custClr>
    <a:custClr name="Lila">
      <a:srgbClr val="9B46FA"/>
    </a:custClr>
    <a:custClr name="Dunkelrot">
      <a:srgbClr val="820032"/>
    </a:custClr>
    <a:custClr name="Orange">
      <a:srgbClr val="FF8255"/>
    </a:custClr>
  </a:custClrLst>
  <a:extLst>
    <a:ext uri="{05A4C25C-085E-4340-85A3-A5531E510DB2}">
      <thm15:themeFamily xmlns:thm15="http://schemas.microsoft.com/office/thememl/2012/main" name="Blank.potx" id="{3C589BE5-F843-4B3E-8009-6FEB35417B6D}" vid="{0AAB3BEC-50E7-4A11-A4D4-2829F34B604E}"/>
    </a:ext>
  </a:extLst>
</a:theme>
</file>

<file path=ppt/theme/theme2.xml><?xml version="1.0" encoding="utf-8"?>
<a:theme xmlns:a="http://schemas.openxmlformats.org/drawingml/2006/main" name="Office Theme">
  <a:themeElements>
    <a:clrScheme name="Schweizer Post">
      <a:dk1>
        <a:srgbClr val="000000"/>
      </a:dk1>
      <a:lt1>
        <a:srgbClr val="FFFFFF"/>
      </a:lt1>
      <a:dk2>
        <a:srgbClr val="E8E7E5"/>
      </a:dk2>
      <a:lt2>
        <a:srgbClr val="FFCC00"/>
      </a:lt2>
      <a:accent1>
        <a:srgbClr val="DDAE00"/>
      </a:accent1>
      <a:accent2>
        <a:srgbClr val="FFCC00"/>
      </a:accent2>
      <a:accent3>
        <a:srgbClr val="FFE888"/>
      </a:accent3>
      <a:accent4>
        <a:srgbClr val="3F3F3F"/>
      </a:accent4>
      <a:accent5>
        <a:srgbClr val="AAA8A6"/>
      </a:accent5>
      <a:accent6>
        <a:srgbClr val="E8E7E5"/>
      </a:accent6>
      <a:hlink>
        <a:srgbClr val="000000"/>
      </a:hlink>
      <a:folHlink>
        <a:srgbClr val="000000"/>
      </a:folHlink>
    </a:clrScheme>
    <a:fontScheme name="Schweizer Pos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chweizer Post">
      <a:dk1>
        <a:srgbClr val="000000"/>
      </a:dk1>
      <a:lt1>
        <a:srgbClr val="FFFFFF"/>
      </a:lt1>
      <a:dk2>
        <a:srgbClr val="E8E7E5"/>
      </a:dk2>
      <a:lt2>
        <a:srgbClr val="FFCC00"/>
      </a:lt2>
      <a:accent1>
        <a:srgbClr val="DDAE00"/>
      </a:accent1>
      <a:accent2>
        <a:srgbClr val="FFCC00"/>
      </a:accent2>
      <a:accent3>
        <a:srgbClr val="FFE888"/>
      </a:accent3>
      <a:accent4>
        <a:srgbClr val="3F3F3F"/>
      </a:accent4>
      <a:accent5>
        <a:srgbClr val="AAA8A6"/>
      </a:accent5>
      <a:accent6>
        <a:srgbClr val="E8E7E5"/>
      </a:accent6>
      <a:hlink>
        <a:srgbClr val="000000"/>
      </a:hlink>
      <a:folHlink>
        <a:srgbClr val="000000"/>
      </a:folHlink>
    </a:clrScheme>
    <a:fontScheme name="Schweizer Pos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2A93225D3029A4FBFC359C9EE2C8FEE" ma:contentTypeVersion="15" ma:contentTypeDescription="Ein neues Dokument erstellen." ma:contentTypeScope="" ma:versionID="84e7689775fd98613dab895ce042a434">
  <xsd:schema xmlns:xsd="http://www.w3.org/2001/XMLSchema" xmlns:xs="http://www.w3.org/2001/XMLSchema" xmlns:p="http://schemas.microsoft.com/office/2006/metadata/properties" xmlns:ns3="3c224d16-8755-41ea-938e-57ebc3568520" xmlns:ns4="3af7fcd7-58ab-49dd-a2d3-a3448b5234bc" targetNamespace="http://schemas.microsoft.com/office/2006/metadata/properties" ma:root="true" ma:fieldsID="b39eaf370cd970c098a94b1364d4bacf" ns3:_="" ns4:_="">
    <xsd:import namespace="3c224d16-8755-41ea-938e-57ebc3568520"/>
    <xsd:import namespace="3af7fcd7-58ab-49dd-a2d3-a3448b5234b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224d16-8755-41ea-938e-57ebc356852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7fcd7-58ab-49dd-a2d3-a3448b5234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f7fcd7-58ab-49dd-a2d3-a3448b5234bc" xsi:nil="true"/>
  </documentManagement>
</p:properties>
</file>

<file path=customXml/itemProps1.xml><?xml version="1.0" encoding="utf-8"?>
<ds:datastoreItem xmlns:ds="http://schemas.openxmlformats.org/officeDocument/2006/customXml" ds:itemID="{37D06108-FDC1-4F75-9245-DD76652BA0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224d16-8755-41ea-938e-57ebc3568520"/>
    <ds:schemaRef ds:uri="3af7fcd7-58ab-49dd-a2d3-a3448b523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26B806-0237-4942-A1FD-5C97285908C2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3c224d16-8755-41ea-938e-57ebc3568520"/>
    <ds:schemaRef ds:uri="http://purl.org/dc/terms/"/>
    <ds:schemaRef ds:uri="http://schemas.openxmlformats.org/package/2006/metadata/core-properties"/>
    <ds:schemaRef ds:uri="3af7fcd7-58ab-49dd-a2d3-a3448b5234bc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9a68f73-b527-45da-b1a3-2f598590be36}" enabled="1" method="Standard" siteId="{3ae7c479-0cf1-47f4-8f84-929f364eff6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292</Words>
  <Application>Microsoft Office PowerPoint</Application>
  <PresentationFormat>Breitbild</PresentationFormat>
  <Paragraphs>63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Segoe UI</vt:lpstr>
      <vt:lpstr>Symbol</vt:lpstr>
      <vt:lpstr>Wingdings</vt:lpstr>
      <vt:lpstr>Benutzerdefiniertes Design</vt:lpstr>
      <vt:lpstr>Data quality tool decision criteria</vt:lpstr>
      <vt:lpstr>Data quality tool decision criteria</vt:lpstr>
    </vt:vector>
  </TitlesOfParts>
  <Company>POST CH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Roccaro Roland, IT11.5</dc:creator>
  <dc:description>erstellt durch Vorlagenbauer.ch</dc:description>
  <cp:lastModifiedBy>Roccaro Roland, IT11.5</cp:lastModifiedBy>
  <cp:revision>2</cp:revision>
  <dcterms:created xsi:type="dcterms:W3CDTF">2026-07-14T12:30:43Z</dcterms:created>
  <dcterms:modified xsi:type="dcterms:W3CDTF">2026-07-16T12:37:14Z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0x010100B2A93225D3029A4FBFC359C9EE2C8FEE</vt:lpwstr>
  </property>
  <property fmtid="{D5CDD505-2E9C-101B-9397-08002B2CF9AE}" pid="3" name="MediaServiceImageTags">
    <vt:lpwstr/>
  </property>
  <property fmtid="{D5CDD505-2E9C-101B-9397-08002B2CF9AE}" pid="4" name="MSIP_Label_f9a68f73-b527-45da-b1a3-2f598590be36_Enabled">
    <vt:lpwstr>true</vt:lpwstr>
  </property>
  <property fmtid="{D5CDD505-2E9C-101B-9397-08002B2CF9AE}" pid="5" name="MSIP_Label_f9a68f73-b527-45da-b1a3-2f598590be36_SetDate">
    <vt:lpwstr>2023-03-31T14:31:32Z</vt:lpwstr>
  </property>
  <property fmtid="{D5CDD505-2E9C-101B-9397-08002B2CF9AE}" pid="6" name="MSIP_Label_f9a68f73-b527-45da-b1a3-2f598590be36_Method">
    <vt:lpwstr>Standard</vt:lpwstr>
  </property>
  <property fmtid="{D5CDD505-2E9C-101B-9397-08002B2CF9AE}" pid="7" name="MSIP_Label_f9a68f73-b527-45da-b1a3-2f598590be36_Name">
    <vt:lpwstr>internal</vt:lpwstr>
  </property>
  <property fmtid="{D5CDD505-2E9C-101B-9397-08002B2CF9AE}" pid="8" name="MSIP_Label_f9a68f73-b527-45da-b1a3-2f598590be36_SiteId">
    <vt:lpwstr>3ae7c479-0cf1-47f4-8f84-929f364eff67</vt:lpwstr>
  </property>
  <property fmtid="{D5CDD505-2E9C-101B-9397-08002B2CF9AE}" pid="9" name="MSIP_Label_f9a68f73-b527-45da-b1a3-2f598590be36_ActionId">
    <vt:lpwstr>7d096c66-6bc0-435c-af3e-266df04334d7</vt:lpwstr>
  </property>
  <property fmtid="{D5CDD505-2E9C-101B-9397-08002B2CF9AE}" pid="10" name="MSIP_Label_f9a68f73-b527-45da-b1a3-2f598590be36_ContentBits">
    <vt:lpwstr>0</vt:lpwstr>
  </property>
</Properties>
</file>